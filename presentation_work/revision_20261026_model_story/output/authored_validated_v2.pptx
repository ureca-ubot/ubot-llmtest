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481b63a7d44631" /><Relationship Type="http://schemas.openxmlformats.org/officeDocument/2006/relationships/extended-properties" Target="/docProps/app.xml" Id="R82f92d5b41494f11" /><Relationship Type="http://schemas.openxmlformats.org/officeDocument/2006/relationships/officeDocument" Target="/ppt/presentation.xml" Id="Rb9cf3d108d7c4990" /></Relationships>
</file>

<file path=ppt/presentation.xml><?xml version="1.0" encoding="utf-8"?>
<p:presentation xmlns:p="http://schemas.openxmlformats.org/presentationml/2006/main">
  <p:sldMasterIdLst>
    <p:sldMasterId xmlns:r="http://schemas.openxmlformats.org/officeDocument/2006/relationships" id="2147483648" r:id="R1a4d11e8ed384201"/>
  </p:sldMasterIdLst>
  <p:notesMasterIdLst>
    <p:notesMasterId xmlns:r="http://schemas.openxmlformats.org/officeDocument/2006/relationships" r:id="R18fe141029234ee7"/>
  </p:notesMasterIdLst>
  <p:sldIdLst>
    <p:sldId xmlns:r="http://schemas.openxmlformats.org/officeDocument/2006/relationships" id="256" r:id="R65762ff8a4f04402"/>
    <p:sldId xmlns:r="http://schemas.openxmlformats.org/officeDocument/2006/relationships" id="257" r:id="Ra5559c2123324d94"/>
    <p:sldId xmlns:r="http://schemas.openxmlformats.org/officeDocument/2006/relationships" id="258" r:id="R707d79846ab144d4"/>
    <p:sldId xmlns:r="http://schemas.openxmlformats.org/officeDocument/2006/relationships" id="259" r:id="R260cf06b91464119"/>
    <p:sldId xmlns:r="http://schemas.openxmlformats.org/officeDocument/2006/relationships" id="260" r:id="R8d6e48099b204db6"/>
    <p:sldId xmlns:r="http://schemas.openxmlformats.org/officeDocument/2006/relationships" id="261" r:id="Raf494bde0a9247b3"/>
    <p:sldId xmlns:r="http://schemas.openxmlformats.org/officeDocument/2006/relationships" id="262" r:id="R2de844c5efee482b"/>
    <p:sldId xmlns:r="http://schemas.openxmlformats.org/officeDocument/2006/relationships" id="263" r:id="R07b94517043a4bc3"/>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04852e62742491d" /><Relationship Type="http://schemas.openxmlformats.org/officeDocument/2006/relationships/slideMaster" Target="/ppt/slideMasters/slideMaster1.xml" Id="R1a4d11e8ed384201" /><Relationship Type="http://schemas.openxmlformats.org/officeDocument/2006/relationships/notesMaster" Target="/ppt/notesMasters/notesMaster1.xml" Id="R18fe141029234ee7" /><Relationship Type="http://schemas.openxmlformats.org/officeDocument/2006/relationships/presProps" Target="/ppt/presProps.xml" Id="R4485f9e8c0b34293" /><Relationship Type="http://schemas.openxmlformats.org/officeDocument/2006/relationships/viewProps" Target="/ppt/viewProps.xml" Id="R01c4b055c81e4565" /><Relationship Type="http://schemas.openxmlformats.org/officeDocument/2006/relationships/tableStyles" Target="/ppt/tableStyles.xml" Id="R662ac55faa914ba8" /><Relationship Type="http://schemas.openxmlformats.org/officeDocument/2006/relationships/slide" Target="/ppt/slides/slide1.xml" Id="R65762ff8a4f04402" /><Relationship Type="http://schemas.openxmlformats.org/officeDocument/2006/relationships/slide" Target="/ppt/slides/slide2.xml" Id="Ra5559c2123324d94" /><Relationship Type="http://schemas.openxmlformats.org/officeDocument/2006/relationships/slide" Target="/ppt/slides/slide3.xml" Id="R707d79846ab144d4" /><Relationship Type="http://schemas.openxmlformats.org/officeDocument/2006/relationships/slide" Target="/ppt/slides/slide4.xml" Id="R260cf06b91464119" /><Relationship Type="http://schemas.openxmlformats.org/officeDocument/2006/relationships/slide" Target="/ppt/slides/slide5.xml" Id="R8d6e48099b204db6" /><Relationship Type="http://schemas.openxmlformats.org/officeDocument/2006/relationships/slide" Target="/ppt/slides/slide6.xml" Id="Raf494bde0a9247b3" /><Relationship Type="http://schemas.openxmlformats.org/officeDocument/2006/relationships/slide" Target="/ppt/slides/slide7.xml" Id="R2de844c5efee482b" /><Relationship Type="http://schemas.openxmlformats.org/officeDocument/2006/relationships/slide" Target="/ppt/slides/slide8.xml" Id="R07b94517043a4b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bb6bbc8391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4845c0f28a4199" /><Relationship Type="http://schemas.openxmlformats.org/officeDocument/2006/relationships/notesMaster" Target="/ppt/notesMasters/notesMaster1.xml" Id="Rd34cb34d456c4b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103b48159d4f9d" /><Relationship Type="http://schemas.openxmlformats.org/officeDocument/2006/relationships/notesMaster" Target="/ppt/notesMasters/notesMaster1.xml" Id="R18599294f50f44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e0dd4e8d6b46b4" /><Relationship Type="http://schemas.openxmlformats.org/officeDocument/2006/relationships/notesMaster" Target="/ppt/notesMasters/notesMaster1.xml" Id="R61f8400c5c8b4d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de9459de974a93" /><Relationship Type="http://schemas.openxmlformats.org/officeDocument/2006/relationships/notesMaster" Target="/ppt/notesMasters/notesMaster1.xml" Id="R4353b59619044b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ccaf0dc2ee4b18" /><Relationship Type="http://schemas.openxmlformats.org/officeDocument/2006/relationships/notesMaster" Target="/ppt/notesMasters/notesMaster1.xml" Id="Ree65ee1eee4e47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c18963e61545f8" /><Relationship Type="http://schemas.openxmlformats.org/officeDocument/2006/relationships/notesMaster" Target="/ppt/notesMasters/notesMaster1.xml" Id="R8eb435be592f45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acda88b0b14b93" /><Relationship Type="http://schemas.openxmlformats.org/officeDocument/2006/relationships/notesMaster" Target="/ppt/notesMasters/notesMaster1.xml" Id="Rc7ed9795fc4c41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4398b7b1064a78" /><Relationship Type="http://schemas.openxmlformats.org/officeDocument/2006/relationships/notesMaster" Target="/ppt/notesMasters/notesMaster1.xml" Id="R4190800a42cd45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C:/Ureka/ureca_project2/LLM_Test/presentation_work/revision_20261026_model_story/selection_metrics.json</a:t>
            </a:r>
          </a:p>
          <a:p xmlns:a="http://schemas.openxmlformats.org/drawingml/2006/main">
            <a:r>
              <a:t>C:/Ureka/ureca_project2/LLM_Test/presentation_work/revision_20261026_model_story/derive_selection_metrics.py</a:t>
            </a:r>
          </a:p>
          <a:p xmlns:a="http://schemas.openxmlformats.org/drawingml/2006/main">
            <a:r>
              <a:t>C:/Ureka/ureca_project2/LLM_Test/presentation_work/evidence_20261026/gemma_v3_v4_and_status.json</a:t>
            </a:r>
          </a:p>
          <a:p xmlns:a="http://schemas.openxmlformats.org/drawingml/2006/main">
            <a:r>
              <a:t/>
            </a:r>
          </a:p>
          <a:p xmlns:a="http://schemas.openxmlformats.org/drawingml/2006/main">
            <a:r>
              <a:t>Gemma의버전간비교해석</a:t>
            </a:r>
          </a:p>
          <a:p xmlns:a="http://schemas.openxmlformats.org/drawingml/2006/main">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C:/Ureka/ureca_project2/LLM_Test/presentation_work/revision_20261026_model_story/model_comparison_metrics.json</a:t>
            </a:r>
          </a:p>
          <a:p xmlns:a="http://schemas.openxmlformats.org/drawingml/2006/main">
            <a:r>
              <a:t>C:/Ureka/ureca_project2/LLM_Test/presentation_work/revision_20261026_model_story/derive_model_comparison.py</a:t>
            </a:r>
          </a:p>
          <a:p xmlns:a="http://schemas.openxmlformats.org/drawingml/2006/main">
            <a:r>
              <a:t>C:/Ureka/ureca_project2/LLM_Test/scripts/docgen/judge_report.js</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a:p xmlns:a="http://schemas.openxmlformats.org/drawingml/2006/main">
            <a:r>
              <a:t/>
            </a:r>
          </a:p>
          <a:p xmlns:a="http://schemas.openxmlformats.org/drawingml/2006/main">
            <a:r>
              <a:t>최신 정의</a:t>
            </a:r>
          </a:p>
          <a:p xmlns:a="http://schemas.openxmlformats.org/drawingml/2006/main">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C:/Ureka/ureca_project2/LLM_Test/presentation_work/revision_20261026_model_story/feedback_metrics.json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C:/Ureka/ureca_project2/LLM_Test/presentation_work/revision_20261026_model_story/slide_metrics.json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C:/Ureka/ureca_project2/LLM_Test/presentation_work/revision_20261026_model_story/derive_slide_metrics.py</a:t>
            </a:r>
          </a:p>
          <a:p xmlns:a="http://schemas.openxmlformats.org/drawingml/2006/main">
            <a:r>
              <a:t>C:/Ureka/ureca_project2/LLM_Test/presentation_work/revision_20261026_model_story/slide_metrics.json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48ac7068964a2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cdbefd77b44950" /><Relationship Type="http://schemas.openxmlformats.org/officeDocument/2006/relationships/slideLayout" Target="/ppt/slideLayouts/slideLayout1.xml" Id="Ra5c20b6ae319445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c20b6ae319445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bb13dd7573427f" /><Relationship Type="http://schemas.openxmlformats.org/officeDocument/2006/relationships/chart" Target="/ppt/slides/charts/chart1.xml" Id="Rb5cc3448fffa4078" /><Relationship Type="http://schemas.openxmlformats.org/officeDocument/2006/relationships/notesSlide" Target="/ppt/notesSlides/notesSlide1.xml" Id="R5785830035a246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5bc15e3b494795" /><Relationship Type="http://schemas.openxmlformats.org/officeDocument/2006/relationships/notesSlide" Target="/ppt/notesSlides/notesSlide2.xml" Id="Rf56759b1cf6d48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319c3cc8da4999" /><Relationship Type="http://schemas.openxmlformats.org/officeDocument/2006/relationships/notesSlide" Target="/ppt/notesSlides/notesSlide3.xml" Id="R05dfac9df0b646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0eef96c47142bf" /><Relationship Type="http://schemas.openxmlformats.org/officeDocument/2006/relationships/chart" Target="/ppt/slides/charts/chart2.xml" Id="Reafe70b87b93497c" /><Relationship Type="http://schemas.openxmlformats.org/officeDocument/2006/relationships/notesSlide" Target="/ppt/notesSlides/notesSlide4.xml" Id="Rcd3b0a41a9c240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e6f44c2f7a49fa" /><Relationship Type="http://schemas.openxmlformats.org/officeDocument/2006/relationships/notesSlide" Target="/ppt/notesSlides/notesSlide5.xml" Id="R01549cadef9f43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32d93dff104058" /><Relationship Type="http://schemas.openxmlformats.org/officeDocument/2006/relationships/notesSlide" Target="/ppt/notesSlides/notesSlide6.xml" Id="R27460512793041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47d6befdc2402c" /><Relationship Type="http://schemas.openxmlformats.org/officeDocument/2006/relationships/notesSlide" Target="/ppt/notesSlides/notesSlide7.xml" Id="Rf7e49948fe6a41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cededaae524ed8" /><Relationship Type="http://schemas.openxmlformats.org/officeDocument/2006/relationships/notesSlide" Target="/ppt/notesSlides/notesSlide8.xml" Id="Rfd93ae33ba6c4f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 프롬프트</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own-text-1">
            <a:extLst xmlns:a="http://schemas.openxmlformats.org/drawingml/2006/main">
              <a:ext uri="{FF2B5EF4-FFF2-40B4-BE49-F238E27FC236}">
                <a16:creationId xmlns:a16="http://schemas.microsoft.com/office/drawing/2014/main" id="{8D383B70-8DEC-4095-976F-29CF4BD4FD3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4EF25AD0-6895-4B2F-8FE2-C27E984CF44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xmlns:a="http://schemas.openxmlformats.org/drawingml/2006/main">
              <a:ext uri="{FF2B5EF4-FFF2-40B4-BE49-F238E27FC236}">
                <a16:creationId xmlns:a16="http://schemas.microsoft.com/office/drawing/2014/main" id="{57ECF9AE-F192-4D23-9125-F5BE05F3A9E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xmlns:a="http://schemas.openxmlformats.org/drawingml/2006/main">
              <a:ext uri="{FF2B5EF4-FFF2-40B4-BE49-F238E27FC236}">
                <a16:creationId xmlns:a16="http://schemas.microsoft.com/office/drawing/2014/main" id="{7E84D252-8DF8-4DA4-A8A6-3230748E611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2EE2C679-E031-42FE-A4EE-62EDD81783AF}"/>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D51167AD-E206-4646-82A5-B3323DC7500A}"/>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ECD8D6E8-F8DF-4B17-988B-20FE14880ECC}"/>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028825"/>
                <a:gridCol w="952500"/>
                <a:gridCol w="952500"/>
                <a:gridCol w="952500"/>
                <a:gridCol w="2352675"/>
              </a:tblGrid>
              <a:tr h="323850">
                <a:tc>
                  <a:txBody>
                    <a:bodyPr>
                      <a:noAutofit/>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P95(초)</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1.43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2.78</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2.92</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5.65</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4.53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FFFFF"/>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8.11</a:t>
                      </a:r>
                    </a:p>
                  </a:txBody>
                  <a:tcPr marL="95250" marR="76200" marT="38100" marB="38100" anchor="ctr">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1차 MVP 선정</a:t>
                      </a:r>
                    </a:p>
                  </a:txBody>
                  <a:tcPr marL="95250" marR="76200" marT="38100" marB="38100" anchor="ctr">
                    <a:lnR w="6668">
                      <a:solidFill>
                        <a:srgbClr val="DDDDE1"/>
                      </a:solidFill>
                      <a:prstDash val="solid"/>
                    </a:lnR>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5.04</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47.62</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18.33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품질·지연 검토</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28.49</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bl>
          </a:graphicData>
        </a:graphic>
      </p:graphicFrame>
      <p:sp>
        <p:nvSpPr>
          <p:cNvPr id="8" name="own-text-7">
            <a:extLst xmlns:a="http://schemas.openxmlformats.org/drawingml/2006/main">
              <a:ext uri="{FF2B5EF4-FFF2-40B4-BE49-F238E27FC236}">
                <a16:creationId xmlns:a16="http://schemas.microsoft.com/office/drawing/2014/main" id="{657E453C-C2C4-4935-B4C1-FF989067D9F7}"/>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46BBC641-2559-4CD9-9EB6-724F134DB7A9}"/>
              </a:ext>
            </a:extLst>
          </p:cNvPr>
          <p:cNvSpPr>
            <a:spLocks xmlns:a="http://schemas.openxmlformats.org/drawingml/2006/main" noGrp="1"/>
          </p:cNvSpPr>
          <p:nvPr/>
        </p:nvSpPr>
        <p:spPr>
          <a:xfrm xmlns:a="http://schemas.openxmlformats.org/drawingml/2006/main">
            <a:off x="8248650" y="207645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xmlns:a="http://schemas.openxmlformats.org/drawingml/2006/main">
              <a:ext uri="{FF2B5EF4-FFF2-40B4-BE49-F238E27FC236}">
                <a16:creationId xmlns:a16="http://schemas.microsoft.com/office/drawing/2014/main" id="{A58A48AD-EA1A-4AFD-80EF-DB67CAE6685E}"/>
              </a:ext>
            </a:extLst>
          </p:cNvPr>
          <p:cNvGraphicFramePr/>
          <p:nvPr/>
        </p:nvGraphicFramePr>
        <p:xfrm>
          <a:off xmlns:a="http://schemas.openxmlformats.org/drawingml/2006/main" x="8248650" y="2771775"/>
          <a:ext xmlns:a="http://schemas.openxmlformats.org/drawingml/2006/main" cx="4857750" cy="2457450"/>
        </p:xfrm>
        <a:graphic xmlns:a="http://schemas.openxmlformats.org/drawingml/2006/main">
          <a:graphicData uri="http://schemas.openxmlformats.org/drawingml/2006/chart">
            <c:chart xmlns:r="http://schemas.openxmlformats.org/officeDocument/2006/relationships" xmlns:c="http://schemas.openxmlformats.org/drawingml/2006/chart" r:id="Rb5cc3448fffa4078"/>
          </a:graphicData>
        </a:graphic>
      </p:graphicFrame>
      <p:sp>
        <p:nvSpPr>
          <p:cNvPr id="11" name="own-text-9">
            <a:extLst xmlns:a="http://schemas.openxmlformats.org/drawingml/2006/main">
              <a:ext uri="{FF2B5EF4-FFF2-40B4-BE49-F238E27FC236}">
                <a16:creationId xmlns:a16="http://schemas.microsoft.com/office/drawing/2014/main" id="{58F31E3B-8929-491C-AC1B-D2078D56DEF9}"/>
              </a:ext>
            </a:extLst>
          </p:cNvPr>
          <p:cNvSpPr>
            <a:spLocks xmlns:a="http://schemas.openxmlformats.org/drawingml/2006/main" noGrp="1"/>
          </p:cNvSpPr>
          <p:nvPr/>
        </p:nvSpPr>
        <p:spPr>
          <a:xfrm xmlns:a="http://schemas.openxmlformats.org/drawingml/2006/main">
            <a:off x="8248650" y="539115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xmlns:a="http://schemas.openxmlformats.org/drawingml/2006/main">
              <a:ext uri="{FF2B5EF4-FFF2-40B4-BE49-F238E27FC236}">
                <a16:creationId xmlns:a16="http://schemas.microsoft.com/office/drawing/2014/main" id="{02CE0329-72FE-48A0-8FD6-D0FA12CCB5DD}"/>
              </a:ext>
            </a:extLst>
          </p:cNvPr>
          <p:cNvSpPr>
            <a:spLocks xmlns:a="http://schemas.openxmlformats.org/drawingml/2006/main" noGrp="1"/>
          </p:cNvSpPr>
          <p:nvPr/>
        </p:nvSpPr>
        <p:spPr>
          <a:xfrm xmlns:a="http://schemas.openxmlformats.org/drawingml/2006/main">
            <a:off x="8248650" y="596265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1">
            <a:extLst xmlns:a="http://schemas.openxmlformats.org/drawingml/2006/main">
              <a:ext uri="{FF2B5EF4-FFF2-40B4-BE49-F238E27FC236}">
                <a16:creationId xmlns:a16="http://schemas.microsoft.com/office/drawing/2014/main" id="{84259CE2-D48A-41A3-B938-0355C1B319A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xmlns:a="http://schemas.openxmlformats.org/drawingml/2006/main">
              <a:ext uri="{FF2B5EF4-FFF2-40B4-BE49-F238E27FC236}">
                <a16:creationId xmlns:a16="http://schemas.microsoft.com/office/drawing/2014/main" id="{9F6C9DD5-0403-4A67-A5A2-FE2E8FAD7E6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xmlns:a="http://schemas.openxmlformats.org/drawingml/2006/main">
              <a:ext uri="{FF2B5EF4-FFF2-40B4-BE49-F238E27FC236}">
                <a16:creationId xmlns:a16="http://schemas.microsoft.com/office/drawing/2014/main" id="{9816980D-24D7-4CCE-A245-39301A5EAAF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xmlns:a="http://schemas.openxmlformats.org/drawingml/2006/main">
              <a:ext uri="{FF2B5EF4-FFF2-40B4-BE49-F238E27FC236}">
                <a16:creationId xmlns:a16="http://schemas.microsoft.com/office/drawing/2014/main" id="{F2546C84-B1A4-4863-9F03-475967C39A56}"/>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xmlns:a="http://schemas.openxmlformats.org/drawingml/2006/main">
              <a:ext uri="{FF2B5EF4-FFF2-40B4-BE49-F238E27FC236}">
                <a16:creationId xmlns:a16="http://schemas.microsoft.com/office/drawing/2014/main" id="{E7D5C094-294F-45D8-B49B-AA33A9D690A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6">
            <a:extLst xmlns:a="http://schemas.openxmlformats.org/drawingml/2006/main">
              <a:ext uri="{FF2B5EF4-FFF2-40B4-BE49-F238E27FC236}">
                <a16:creationId xmlns:a16="http://schemas.microsoft.com/office/drawing/2014/main" id="{C64B139F-9552-4076-A9A1-5E7DAB679103}"/>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89FE7996-9CD1-4175-AF9F-FC416B95F252}"/>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7">
            <a:extLst xmlns:a="http://schemas.openxmlformats.org/drawingml/2006/main">
              <a:ext uri="{FF2B5EF4-FFF2-40B4-BE49-F238E27FC236}">
                <a16:creationId xmlns:a16="http://schemas.microsoft.com/office/drawing/2014/main" id="{ED743BAD-A014-4AC1-9DFC-FDDE6F367AF0}"/>
              </a:ext>
            </a:extLst>
          </p:cNvPr>
          <p:cNvSpPr>
            <a:spLocks xmlns:a="http://schemas.openxmlformats.org/drawingml/2006/main" noGrp="1"/>
          </p:cNvSpPr>
          <p:nvPr/>
        </p:nvSpPr>
        <p:spPr>
          <a:xfrm xmlns:a="http://schemas.openxmlformats.org/drawingml/2006/main">
            <a:off x="908685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
            <a:extLst xmlns:a="http://schemas.openxmlformats.org/drawingml/2006/main">
              <a:ext uri="{FF2B5EF4-FFF2-40B4-BE49-F238E27FC236}">
                <a16:creationId xmlns:a16="http://schemas.microsoft.com/office/drawing/2014/main" id="{8BF3AE3C-BDCC-411D-8CF3-EB258375CF2C}"/>
              </a:ext>
            </a:extLst>
          </p:cNvPr>
          <p:cNvGraphicFramePr/>
          <p:nvPr/>
        </p:nvGraphicFramePr>
        <p:xfrm>
          <a:off xmlns:a="http://schemas.openxmlformats.org/drawingml/2006/main" x="9086850" y="2514600"/>
          <a:ext xmlns:a="http://schemas.openxmlformats.org/drawingml/2006/main" cx="4000500" cy="1066800"/>
        </p:xfrm>
        <a:graphic xmlns:a="http://schemas.openxmlformats.org/drawingml/2006/main">
          <a:graphicData uri="http://schemas.openxmlformats.org/drawingml/2006/table">
            <a:tbl>
              <a:tblPr/>
              <a:tblGrid>
                <a:gridCol w="1847850"/>
                <a:gridCol w="1076325"/>
                <a:gridCol w="1076325"/>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0" name="own-text-18">
            <a:extLst xmlns:a="http://schemas.openxmlformats.org/drawingml/2006/main">
              <a:ext uri="{FF2B5EF4-FFF2-40B4-BE49-F238E27FC236}">
                <a16:creationId xmlns:a16="http://schemas.microsoft.com/office/drawing/2014/main" id="{D0A4A04D-AAD0-4A94-8FA0-6A440D4CDADD}"/>
              </a:ext>
            </a:extLst>
          </p:cNvPr>
          <p:cNvSpPr>
            <a:spLocks xmlns:a="http://schemas.openxmlformats.org/drawingml/2006/main" noGrp="1"/>
          </p:cNvSpPr>
          <p:nvPr/>
        </p:nvSpPr>
        <p:spPr>
          <a:xfrm xmlns:a="http://schemas.openxmlformats.org/drawingml/2006/main">
            <a:off x="9086850" y="380047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xmlns:a="http://schemas.openxmlformats.org/drawingml/2006/main">
              <a:ext uri="{FF2B5EF4-FFF2-40B4-BE49-F238E27FC236}">
                <a16:creationId xmlns:a16="http://schemas.microsoft.com/office/drawing/2014/main" id="{A92B45C8-1FD8-4355-8CE0-76D2D73A0EAA}"/>
              </a:ext>
            </a:extLst>
          </p:cNvPr>
          <p:cNvSpPr>
            <a:spLocks xmlns:a="http://schemas.openxmlformats.org/drawingml/2006/main" noGrp="1"/>
          </p:cNvSpPr>
          <p:nvPr/>
        </p:nvSpPr>
        <p:spPr>
          <a:xfrm xmlns:a="http://schemas.openxmlformats.org/drawingml/2006/main">
            <a:off x="9086850" y="4248150"/>
            <a:ext cx="400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xmlns:a="http://schemas.openxmlformats.org/drawingml/2006/main">
              <a:ext uri="{FF2B5EF4-FFF2-40B4-BE49-F238E27FC236}">
                <a16:creationId xmlns:a16="http://schemas.microsoft.com/office/drawing/2014/main" id="{15A3A219-8CEE-4154-AB7D-B5B7A35BDA7C}"/>
              </a:ext>
            </a:extLst>
          </p:cNvPr>
          <p:cNvSpPr>
            <a:spLocks xmlns:a="http://schemas.openxmlformats.org/drawingml/2006/main" noGrp="1"/>
          </p:cNvSpPr>
          <p:nvPr/>
        </p:nvSpPr>
        <p:spPr>
          <a:xfrm xmlns:a="http://schemas.openxmlformats.org/drawingml/2006/main">
            <a:off x="9086850" y="541972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xmlns:a="http://schemas.openxmlformats.org/drawingml/2006/main">
              <a:ext uri="{FF2B5EF4-FFF2-40B4-BE49-F238E27FC236}">
                <a16:creationId xmlns:a16="http://schemas.microsoft.com/office/drawing/2014/main" id="{1B523CCC-7BFC-4885-93B8-806200527D6B}"/>
              </a:ext>
            </a:extLst>
          </p:cNvPr>
          <p:cNvSpPr>
            <a:spLocks xmlns:a="http://schemas.openxmlformats.org/drawingml/2006/main" noGrp="1"/>
          </p:cNvSpPr>
          <p:nvPr/>
        </p:nvSpPr>
        <p:spPr>
          <a:xfrm xmlns:a="http://schemas.openxmlformats.org/drawingml/2006/main">
            <a:off x="9086850" y="58483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xmlns:a="http://schemas.openxmlformats.org/drawingml/2006/main">
              <a:ext uri="{FF2B5EF4-FFF2-40B4-BE49-F238E27FC236}">
                <a16:creationId xmlns:a16="http://schemas.microsoft.com/office/drawing/2014/main" id="{A8F855F8-62D2-49E9-BCDC-DFD9F39F88D8}"/>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473665054"/>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own-text-23">
            <a:extLst xmlns:a="http://schemas.openxmlformats.org/drawingml/2006/main">
              <a:ext uri="{FF2B5EF4-FFF2-40B4-BE49-F238E27FC236}">
                <a16:creationId xmlns:a16="http://schemas.microsoft.com/office/drawing/2014/main" id="{34495E97-1188-49D8-BC10-AAB93CC2A12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xmlns:a="http://schemas.openxmlformats.org/drawingml/2006/main">
              <a:ext uri="{FF2B5EF4-FFF2-40B4-BE49-F238E27FC236}">
                <a16:creationId xmlns:a16="http://schemas.microsoft.com/office/drawing/2014/main" id="{9CDA40C8-B2C6-4F81-9C8E-6689C9F0A84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xmlns:a="http://schemas.openxmlformats.org/drawingml/2006/main">
              <a:ext uri="{FF2B5EF4-FFF2-40B4-BE49-F238E27FC236}">
                <a16:creationId xmlns:a16="http://schemas.microsoft.com/office/drawing/2014/main" id="{F17F0039-9CE2-4AA0-A40C-21AA3AA731D0}"/>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xmlns:a="http://schemas.openxmlformats.org/drawingml/2006/main">
              <a:ext uri="{FF2B5EF4-FFF2-40B4-BE49-F238E27FC236}">
                <a16:creationId xmlns:a16="http://schemas.microsoft.com/office/drawing/2014/main" id="{7A152C5C-BE3A-49BF-A70A-18896696725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xmlns:a="http://schemas.openxmlformats.org/drawingml/2006/main">
              <a:ext uri="{FF2B5EF4-FFF2-40B4-BE49-F238E27FC236}">
                <a16:creationId xmlns:a16="http://schemas.microsoft.com/office/drawing/2014/main" id="{7D354733-2317-48D5-A246-9A2AF6BC95CC}"/>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28">
            <a:extLst xmlns:a="http://schemas.openxmlformats.org/drawingml/2006/main">
              <a:ext uri="{FF2B5EF4-FFF2-40B4-BE49-F238E27FC236}">
                <a16:creationId xmlns:a16="http://schemas.microsoft.com/office/drawing/2014/main" id="{A2E00F56-9505-49F6-AA7D-9F30832CCCD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
            <a:extLst xmlns:a="http://schemas.openxmlformats.org/drawingml/2006/main">
              <a:ext uri="{FF2B5EF4-FFF2-40B4-BE49-F238E27FC236}">
                <a16:creationId xmlns:a16="http://schemas.microsoft.com/office/drawing/2014/main" id="{AB9F504E-4A76-462F-9F0C-85DF51C7C91C}"/>
              </a:ext>
            </a:extLst>
          </p:cNvPr>
          <p:cNvGraphicFramePr/>
          <p:nvPr/>
        </p:nvGraphicFramePr>
        <p:xfrm>
          <a:off xmlns:a="http://schemas.openxmlformats.org/drawingml/2006/main" x="628650" y="2076450"/>
          <a:ext xmlns:a="http://schemas.openxmlformats.org/drawingml/2006/main" cx="12458700" cy="2476500"/>
        </p:xfrm>
        <a:graphic xmlns:a="http://schemas.openxmlformats.org/drawingml/2006/main">
          <a:graphicData uri="http://schemas.openxmlformats.org/drawingml/2006/table">
            <a:tbl>
              <a:tblPr/>
              <a:tblGrid>
                <a:gridCol w="4762500"/>
                <a:gridCol w="1809750"/>
                <a:gridCol w="1809750"/>
                <a:gridCol w="2038350"/>
                <a:gridCol w="2038350"/>
              </a:tblGrid>
              <a:tr h="412750">
                <a:tc>
                  <a:txBody>
                    <a:bodyPr>
                      <a:noAutofit/>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정답률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상태 판단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근거 선택</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12750">
                <a:tc>
                  <a:txBody>
                    <a:bodyPr>
                      <a:noAutofit/>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23.8%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24.5%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49.3%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71.8%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93.2%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85.1%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23.0%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87.8%</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12750">
                <a:tc>
                  <a:txBody>
                    <a:bodyPr>
                      <a:noAutofit/>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87.6%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22.3%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91.6%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90.2%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9">
            <a:extLst xmlns:a="http://schemas.openxmlformats.org/drawingml/2006/main">
              <a:ext uri="{FF2B5EF4-FFF2-40B4-BE49-F238E27FC236}">
                <a16:creationId xmlns:a16="http://schemas.microsoft.com/office/drawing/2014/main" id="{7E3D3612-BC1C-4CC8-A06C-D121F65382E8}"/>
              </a:ext>
            </a:extLst>
          </p:cNvPr>
          <p:cNvSpPr>
            <a:spLocks xmlns:a="http://schemas.openxmlformats.org/drawingml/2006/main" noGrp="1"/>
          </p:cNvSpPr>
          <p:nvPr/>
        </p:nvSpPr>
        <p:spPr>
          <a:xfrm xmlns:a="http://schemas.openxmlformats.org/drawingml/2006/main">
            <a:off x="62865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xmlns:a="http://schemas.openxmlformats.org/drawingml/2006/main">
              <a:ext uri="{FF2B5EF4-FFF2-40B4-BE49-F238E27FC236}">
                <a16:creationId xmlns:a16="http://schemas.microsoft.com/office/drawing/2014/main" id="{941FA769-8B81-479D-8B3F-8AFFEC7E1A86}"/>
              </a:ext>
            </a:extLst>
          </p:cNvPr>
          <p:cNvSpPr>
            <a:spLocks xmlns:a="http://schemas.openxmlformats.org/drawingml/2006/main" noGrp="1"/>
          </p:cNvSpPr>
          <p:nvPr/>
        </p:nvSpPr>
        <p:spPr>
          <a:xfrm xmlns:a="http://schemas.openxmlformats.org/drawingml/2006/main">
            <a:off x="62865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xmlns:a="http://schemas.openxmlformats.org/drawingml/2006/main">
              <a:ext uri="{FF2B5EF4-FFF2-40B4-BE49-F238E27FC236}">
                <a16:creationId xmlns:a16="http://schemas.microsoft.com/office/drawing/2014/main" id="{6A869ECB-4C9A-4658-A897-D72BFA3BC022}"/>
              </a:ext>
            </a:extLst>
          </p:cNvPr>
          <p:cNvSpPr>
            <a:spLocks xmlns:a="http://schemas.openxmlformats.org/drawingml/2006/main" noGrp="1"/>
          </p:cNvSpPr>
          <p:nvPr/>
        </p:nvSpPr>
        <p:spPr>
          <a:xfrm xmlns:a="http://schemas.openxmlformats.org/drawingml/2006/main">
            <a:off x="628650" y="598170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xmlns:a="http://schemas.openxmlformats.org/drawingml/2006/main">
              <a:ext uri="{FF2B5EF4-FFF2-40B4-BE49-F238E27FC236}">
                <a16:creationId xmlns:a16="http://schemas.microsoft.com/office/drawing/2014/main" id="{F5A6B50D-974C-49DF-B08A-7D8BD332CDF6}"/>
              </a:ext>
            </a:extLst>
          </p:cNvPr>
          <p:cNvSpPr>
            <a:spLocks xmlns:a="http://schemas.openxmlformats.org/drawingml/2006/main" noGrp="1"/>
          </p:cNvSpPr>
          <p:nvPr/>
        </p:nvSpPr>
        <p:spPr>
          <a:xfrm xmlns:a="http://schemas.openxmlformats.org/drawingml/2006/main">
            <a:off x="708660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xmlns:a="http://schemas.openxmlformats.org/drawingml/2006/main">
              <a:ext uri="{FF2B5EF4-FFF2-40B4-BE49-F238E27FC236}">
                <a16:creationId xmlns:a16="http://schemas.microsoft.com/office/drawing/2014/main" id="{A7C25135-C9CC-4B0B-806B-10F5FD857F1A}"/>
              </a:ext>
            </a:extLst>
          </p:cNvPr>
          <p:cNvSpPr>
            <a:spLocks xmlns:a="http://schemas.openxmlformats.org/drawingml/2006/main" noGrp="1"/>
          </p:cNvSpPr>
          <p:nvPr/>
        </p:nvSpPr>
        <p:spPr>
          <a:xfrm xmlns:a="http://schemas.openxmlformats.org/drawingml/2006/main">
            <a:off x="708660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xmlns:a="http://schemas.openxmlformats.org/drawingml/2006/main">
              <a:ext uri="{FF2B5EF4-FFF2-40B4-BE49-F238E27FC236}">
                <a16:creationId xmlns:a16="http://schemas.microsoft.com/office/drawing/2014/main" id="{24F1DE1E-D1DB-49D2-80E1-D5E23BE001E8}"/>
              </a:ext>
            </a:extLst>
          </p:cNvPr>
          <p:cNvSpPr>
            <a:spLocks xmlns:a="http://schemas.openxmlformats.org/drawingml/2006/main" noGrp="1"/>
          </p:cNvSpPr>
          <p:nvPr/>
        </p:nvSpPr>
        <p:spPr>
          <a:xfrm xmlns:a="http://schemas.openxmlformats.org/drawingml/2006/main">
            <a:off x="7086600" y="60769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422901119"/>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35">
            <a:extLst xmlns:a="http://schemas.openxmlformats.org/drawingml/2006/main">
              <a:ext uri="{FF2B5EF4-FFF2-40B4-BE49-F238E27FC236}">
                <a16:creationId xmlns:a16="http://schemas.microsoft.com/office/drawing/2014/main" id="{7017BDDE-C41F-474E-B3F1-02C49D89845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xmlns:a="http://schemas.openxmlformats.org/drawingml/2006/main">
              <a:ext uri="{FF2B5EF4-FFF2-40B4-BE49-F238E27FC236}">
                <a16:creationId xmlns:a16="http://schemas.microsoft.com/office/drawing/2014/main" id="{DA33C740-7E58-4A8F-B72A-787DB435599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xmlns:a="http://schemas.openxmlformats.org/drawingml/2006/main">
              <a:ext uri="{FF2B5EF4-FFF2-40B4-BE49-F238E27FC236}">
                <a16:creationId xmlns:a16="http://schemas.microsoft.com/office/drawing/2014/main" id="{5E5FA566-06DE-4803-BD01-79DB8A4EAA6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xmlns:a="http://schemas.openxmlformats.org/drawingml/2006/main">
              <a:ext uri="{FF2B5EF4-FFF2-40B4-BE49-F238E27FC236}">
                <a16:creationId xmlns:a16="http://schemas.microsoft.com/office/drawing/2014/main" id="{E6AC7F4D-C368-40AC-9148-97718F78E76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xmlns:a="http://schemas.openxmlformats.org/drawingml/2006/main">
              <a:ext uri="{FF2B5EF4-FFF2-40B4-BE49-F238E27FC236}">
                <a16:creationId xmlns:a16="http://schemas.microsoft.com/office/drawing/2014/main" id="{4095D508-8E8E-43A6-9527-5594DD77CFBF}"/>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0">
            <a:extLst xmlns:a="http://schemas.openxmlformats.org/drawingml/2006/main">
              <a:ext uri="{FF2B5EF4-FFF2-40B4-BE49-F238E27FC236}">
                <a16:creationId xmlns:a16="http://schemas.microsoft.com/office/drawing/2014/main" id="{C73C9CED-71AC-4FCE-8BA3-731C3922E42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xmlns:a="http://schemas.openxmlformats.org/drawingml/2006/main">
              <a:ext uri="{FF2B5EF4-FFF2-40B4-BE49-F238E27FC236}">
                <a16:creationId xmlns:a16="http://schemas.microsoft.com/office/drawing/2014/main" id="{1C0F66C1-E8CF-4172-8279-D7CAF9E02228}"/>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A6344A07-2660-4CA9-B556-01A2AC51C7D2}"/>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eafe70b87b93497c"/>
          </a:graphicData>
        </a:graphic>
      </p:graphicFrame>
      <p:graphicFrame>
        <p:nvGraphicFramePr>
          <p:cNvPr id="9" name="">
            <a:extLst xmlns:a="http://schemas.openxmlformats.org/drawingml/2006/main">
              <a:ext uri="{FF2B5EF4-FFF2-40B4-BE49-F238E27FC236}">
                <a16:creationId xmlns:a16="http://schemas.microsoft.com/office/drawing/2014/main" id="{7D3174F1-AA0A-4C75-82DF-830DFD03621C}"/>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2">
            <a:extLst xmlns:a="http://schemas.openxmlformats.org/drawingml/2006/main">
              <a:ext uri="{FF2B5EF4-FFF2-40B4-BE49-F238E27FC236}">
                <a16:creationId xmlns:a16="http://schemas.microsoft.com/office/drawing/2014/main" id="{EBCB6B6E-F435-4B0D-9120-CA917B860A65}"/>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xmlns:a="http://schemas.openxmlformats.org/drawingml/2006/main">
              <a:ext uri="{FF2B5EF4-FFF2-40B4-BE49-F238E27FC236}">
                <a16:creationId xmlns:a16="http://schemas.microsoft.com/office/drawing/2014/main" id="{9A1D4A7B-A0D9-419D-87D9-BD84F8C30A2F}"/>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972956397"/>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F2FEC30-79C9-41DA-BC79-5508876D3112}"/>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55C91DE-F459-4AD8-A59D-F874D74D48A6}"/>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58D970A-753B-4468-9BA6-17EB08DEBFCE}"/>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EEA0D98B-21C7-49E3-BFF5-BDC12A765AB6}"/>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D45B30F-DC0A-430F-9A92-6203B088A7C4}"/>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478634C8-F31B-4B60-92B1-EAA43A40B37C}"/>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3EEA71E-F2B3-46F1-9E1D-F75A1A5B3D05}"/>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2756DC8E-2AC8-4882-8843-9468B1D934DD}"/>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A3D5822-99C1-48FD-B23F-DEE2D9D2F5C1}"/>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4">
            <a:extLst xmlns:a="http://schemas.openxmlformats.org/drawingml/2006/main">
              <a:ext uri="{FF2B5EF4-FFF2-40B4-BE49-F238E27FC236}">
                <a16:creationId xmlns:a16="http://schemas.microsoft.com/office/drawing/2014/main" id="{A4CFEBD3-D9D6-4564-B164-F06F7771B1D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xmlns:a="http://schemas.openxmlformats.org/drawingml/2006/main">
              <a:ext uri="{FF2B5EF4-FFF2-40B4-BE49-F238E27FC236}">
                <a16:creationId xmlns:a16="http://schemas.microsoft.com/office/drawing/2014/main" id="{BA0DB51A-6957-419C-9D8E-F8BC653B75FC}"/>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xmlns:a="http://schemas.openxmlformats.org/drawingml/2006/main">
              <a:ext uri="{FF2B5EF4-FFF2-40B4-BE49-F238E27FC236}">
                <a16:creationId xmlns:a16="http://schemas.microsoft.com/office/drawing/2014/main" id="{9F6DC47A-EAC5-42C3-8E43-9ADE58DA2D8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xmlns:a="http://schemas.openxmlformats.org/drawingml/2006/main">
              <a:ext uri="{FF2B5EF4-FFF2-40B4-BE49-F238E27FC236}">
                <a16:creationId xmlns:a16="http://schemas.microsoft.com/office/drawing/2014/main" id="{F355D132-D851-4FCB-BDD7-EBD6E56FA26C}"/>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xmlns:a="http://schemas.openxmlformats.org/drawingml/2006/main">
              <a:ext uri="{FF2B5EF4-FFF2-40B4-BE49-F238E27FC236}">
                <a16:creationId xmlns:a16="http://schemas.microsoft.com/office/drawing/2014/main" id="{380E1D30-5EDC-4843-9C82-914FE07DCA6E}"/>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49">
            <a:extLst xmlns:a="http://schemas.openxmlformats.org/drawingml/2006/main">
              <a:ext uri="{FF2B5EF4-FFF2-40B4-BE49-F238E27FC236}">
                <a16:creationId xmlns:a16="http://schemas.microsoft.com/office/drawing/2014/main" id="{5868DE7D-8E6F-43A9-BB9E-AA3F12636DA7}"/>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xmlns:a="http://schemas.openxmlformats.org/drawingml/2006/main">
              <a:ext uri="{FF2B5EF4-FFF2-40B4-BE49-F238E27FC236}">
                <a16:creationId xmlns:a16="http://schemas.microsoft.com/office/drawing/2014/main" id="{4A7B4573-92DE-4485-A150-4D7106B9639F}"/>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xmlns:a="http://schemas.openxmlformats.org/drawingml/2006/main">
              <a:ext uri="{FF2B5EF4-FFF2-40B4-BE49-F238E27FC236}">
                <a16:creationId xmlns:a16="http://schemas.microsoft.com/office/drawing/2014/main" id="{72EA0F0E-E6E4-4F06-B32C-00255F488D45}"/>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xmlns:a="http://schemas.openxmlformats.org/drawingml/2006/main">
              <a:ext uri="{FF2B5EF4-FFF2-40B4-BE49-F238E27FC236}">
                <a16:creationId xmlns:a16="http://schemas.microsoft.com/office/drawing/2014/main" id="{0C1AF927-0F4A-4D22-93EB-FF2514B12181}"/>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xmlns:a="http://schemas.openxmlformats.org/drawingml/2006/main">
              <a:ext uri="{FF2B5EF4-FFF2-40B4-BE49-F238E27FC236}">
                <a16:creationId xmlns:a16="http://schemas.microsoft.com/office/drawing/2014/main" id="{DBF05A9D-76AF-4EF6-8006-A174D1C34BBA}"/>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xmlns:a="http://schemas.openxmlformats.org/drawingml/2006/main">
              <a:ext uri="{FF2B5EF4-FFF2-40B4-BE49-F238E27FC236}">
                <a16:creationId xmlns:a16="http://schemas.microsoft.com/office/drawing/2014/main" id="{20F41504-92C8-4581-A9E7-CD83609E3A66}"/>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xmlns:a="http://schemas.openxmlformats.org/drawingml/2006/main">
              <a:ext uri="{FF2B5EF4-FFF2-40B4-BE49-F238E27FC236}">
                <a16:creationId xmlns:a16="http://schemas.microsoft.com/office/drawing/2014/main" id="{52EABC47-BAC1-4741-BB9B-5807F3818BDD}"/>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xmlns:a="http://schemas.openxmlformats.org/drawingml/2006/main">
              <a:ext uri="{FF2B5EF4-FFF2-40B4-BE49-F238E27FC236}">
                <a16:creationId xmlns:a16="http://schemas.microsoft.com/office/drawing/2014/main" id="{BF0941D9-6CE2-4BF7-B38C-9B5A2B00E51A}"/>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xmlns:a="http://schemas.openxmlformats.org/drawingml/2006/main">
              <a:ext uri="{FF2B5EF4-FFF2-40B4-BE49-F238E27FC236}">
                <a16:creationId xmlns:a16="http://schemas.microsoft.com/office/drawing/2014/main" id="{5BA958C9-F834-4CEA-AADE-BF2ADEE88DF8}"/>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xmlns:a="http://schemas.openxmlformats.org/drawingml/2006/main">
              <a:ext uri="{FF2B5EF4-FFF2-40B4-BE49-F238E27FC236}">
                <a16:creationId xmlns:a16="http://schemas.microsoft.com/office/drawing/2014/main" id="{ABD0EE6E-AA9A-46EC-9276-3FFC24051D01}"/>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xmlns:a="http://schemas.openxmlformats.org/drawingml/2006/main">
              <a:ext uri="{FF2B5EF4-FFF2-40B4-BE49-F238E27FC236}">
                <a16:creationId xmlns:a16="http://schemas.microsoft.com/office/drawing/2014/main" id="{F63081FD-B1BD-4200-8306-F36A8A2AA109}"/>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FEBE4F8E-05AD-4E47-98E5-D988793759DB}"/>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4838700"/>
                <a:gridCol w="3810000"/>
                <a:gridCol w="3810000"/>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977249589"/>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32F44E1-0482-4E08-999D-61B3FB5DBC5F}"/>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0">
            <a:extLst xmlns:a="http://schemas.openxmlformats.org/drawingml/2006/main">
              <a:ext uri="{FF2B5EF4-FFF2-40B4-BE49-F238E27FC236}">
                <a16:creationId xmlns:a16="http://schemas.microsoft.com/office/drawing/2014/main" id="{39085686-1D7A-4C3D-9065-6296898F5FC7}"/>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xmlns:a="http://schemas.openxmlformats.org/drawingml/2006/main">
              <a:ext uri="{FF2B5EF4-FFF2-40B4-BE49-F238E27FC236}">
                <a16:creationId xmlns:a16="http://schemas.microsoft.com/office/drawing/2014/main" id="{1C2911EE-B2B3-484E-A0D1-EEA71A350233}"/>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xmlns:a="http://schemas.openxmlformats.org/drawingml/2006/main">
              <a:ext uri="{FF2B5EF4-FFF2-40B4-BE49-F238E27FC236}">
                <a16:creationId xmlns:a16="http://schemas.microsoft.com/office/drawing/2014/main" id="{29213BDE-F2CC-4E21-BA16-47B854126412}"/>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xmlns:a="http://schemas.openxmlformats.org/drawingml/2006/main">
              <a:ext uri="{FF2B5EF4-FFF2-40B4-BE49-F238E27FC236}">
                <a16:creationId xmlns:a16="http://schemas.microsoft.com/office/drawing/2014/main" id="{A2231DF6-7593-422F-B3A8-420A3E9F50BF}"/>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xmlns:a="http://schemas.openxmlformats.org/drawingml/2006/main">
              <a:ext uri="{FF2B5EF4-FFF2-40B4-BE49-F238E27FC236}">
                <a16:creationId xmlns:a16="http://schemas.microsoft.com/office/drawing/2014/main" id="{2441F478-6D24-4FA0-934C-79C46B1B29E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65">
            <a:extLst xmlns:a="http://schemas.openxmlformats.org/drawingml/2006/main">
              <a:ext uri="{FF2B5EF4-FFF2-40B4-BE49-F238E27FC236}">
                <a16:creationId xmlns:a16="http://schemas.microsoft.com/office/drawing/2014/main" id="{63909BB5-DD00-4BD8-B37F-E0C1F046C42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xmlns:a="http://schemas.openxmlformats.org/drawingml/2006/main">
              <a:ext uri="{FF2B5EF4-FFF2-40B4-BE49-F238E27FC236}">
                <a16:creationId xmlns:a16="http://schemas.microsoft.com/office/drawing/2014/main" id="{A22EC96D-4668-4F42-9ADE-2485E03BFFDD}"/>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xmlns:a="http://schemas.openxmlformats.org/drawingml/2006/main">
              <a:ext uri="{FF2B5EF4-FFF2-40B4-BE49-F238E27FC236}">
                <a16:creationId xmlns:a16="http://schemas.microsoft.com/office/drawing/2014/main" id="{CACCDB6E-82D5-4287-ABA9-EC0EA68F39EE}"/>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xmlns:a="http://schemas.openxmlformats.org/drawingml/2006/main">
              <a:ext uri="{FF2B5EF4-FFF2-40B4-BE49-F238E27FC236}">
                <a16:creationId xmlns:a16="http://schemas.microsoft.com/office/drawing/2014/main" id="{C1C61D99-21EF-44A1-8D00-E4CD834665A1}"/>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xmlns:a="http://schemas.openxmlformats.org/drawingml/2006/main">
              <a:ext uri="{FF2B5EF4-FFF2-40B4-BE49-F238E27FC236}">
                <a16:creationId xmlns:a16="http://schemas.microsoft.com/office/drawing/2014/main" id="{8187C76A-0E51-4E11-B4A8-3F79F57EBDDC}"/>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xmlns:a="http://schemas.openxmlformats.org/drawingml/2006/main">
              <a:ext uri="{FF2B5EF4-FFF2-40B4-BE49-F238E27FC236}">
                <a16:creationId xmlns:a16="http://schemas.microsoft.com/office/drawing/2014/main" id="{B7DA6811-6259-495B-A2E3-B66D6805B20D}"/>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xmlns:a="http://schemas.openxmlformats.org/drawingml/2006/main">
              <a:ext uri="{FF2B5EF4-FFF2-40B4-BE49-F238E27FC236}">
                <a16:creationId xmlns:a16="http://schemas.microsoft.com/office/drawing/2014/main" id="{C83D70FB-4C10-4850-9014-FF014B620795}"/>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xmlns:a="http://schemas.openxmlformats.org/drawingml/2006/main">
              <a:ext uri="{FF2B5EF4-FFF2-40B4-BE49-F238E27FC236}">
                <a16:creationId xmlns:a16="http://schemas.microsoft.com/office/drawing/2014/main" id="{D55F41AC-1F28-42CA-AEE7-C1543F9693FC}"/>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xmlns:a="http://schemas.openxmlformats.org/drawingml/2006/main">
              <a:ext uri="{FF2B5EF4-FFF2-40B4-BE49-F238E27FC236}">
                <a16:creationId xmlns:a16="http://schemas.microsoft.com/office/drawing/2014/main" id="{3160DF03-50C4-4350-8730-3F837D6F5A1C}"/>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77735986-2F76-4148-8647-B67843A6546B}"/>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4">
            <a:extLst xmlns:a="http://schemas.openxmlformats.org/drawingml/2006/main">
              <a:ext uri="{FF2B5EF4-FFF2-40B4-BE49-F238E27FC236}">
                <a16:creationId xmlns:a16="http://schemas.microsoft.com/office/drawing/2014/main" id="{1DA9CA55-A044-4D71-AA4F-6A75B0B3AFA7}"/>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xmlns:a="http://schemas.openxmlformats.org/drawingml/2006/main">
              <a:ext uri="{FF2B5EF4-FFF2-40B4-BE49-F238E27FC236}">
                <a16:creationId xmlns:a16="http://schemas.microsoft.com/office/drawing/2014/main" id="{027A461A-1A87-4C0B-83DD-ECAE0265EB92}"/>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657787841"/>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BA14021-8C26-4318-9EFB-79353F522EF7}"/>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57AAC884-DE73-497E-8379-E135B358A7F9}"/>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76">
            <a:extLst xmlns:a="http://schemas.openxmlformats.org/drawingml/2006/main">
              <a:ext uri="{FF2B5EF4-FFF2-40B4-BE49-F238E27FC236}">
                <a16:creationId xmlns:a16="http://schemas.microsoft.com/office/drawing/2014/main" id="{4DF7E398-F17B-48CD-B141-239BE35E1AC1}"/>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xmlns:a="http://schemas.openxmlformats.org/drawingml/2006/main">
              <a:ext uri="{FF2B5EF4-FFF2-40B4-BE49-F238E27FC236}">
                <a16:creationId xmlns:a16="http://schemas.microsoft.com/office/drawing/2014/main" id="{727277A2-E17C-4554-B696-289659FF993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xmlns:a="http://schemas.openxmlformats.org/drawingml/2006/main">
              <a:ext uri="{FF2B5EF4-FFF2-40B4-BE49-F238E27FC236}">
                <a16:creationId xmlns:a16="http://schemas.microsoft.com/office/drawing/2014/main" id="{E334E0A1-E1AC-4C92-B97A-EE940E81A16D}"/>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xmlns:a="http://schemas.openxmlformats.org/drawingml/2006/main">
              <a:ext uri="{FF2B5EF4-FFF2-40B4-BE49-F238E27FC236}">
                <a16:creationId xmlns:a16="http://schemas.microsoft.com/office/drawing/2014/main" id="{F9E4590B-3173-4D46-80AB-65087D8E70F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xmlns:a="http://schemas.openxmlformats.org/drawingml/2006/main">
              <a:ext uri="{FF2B5EF4-FFF2-40B4-BE49-F238E27FC236}">
                <a16:creationId xmlns:a16="http://schemas.microsoft.com/office/drawing/2014/main" id="{F8FEA25A-C558-4042-B7C2-FB24BE88FA6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1">
            <a:extLst xmlns:a="http://schemas.openxmlformats.org/drawingml/2006/main">
              <a:ext uri="{FF2B5EF4-FFF2-40B4-BE49-F238E27FC236}">
                <a16:creationId xmlns:a16="http://schemas.microsoft.com/office/drawing/2014/main" id="{005F5FC8-0652-4FAA-8C2D-65E1FA8DBB9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xmlns:a="http://schemas.openxmlformats.org/drawingml/2006/main">
              <a:ext uri="{FF2B5EF4-FFF2-40B4-BE49-F238E27FC236}">
                <a16:creationId xmlns:a16="http://schemas.microsoft.com/office/drawing/2014/main" id="{90973ED7-BD43-46F8-B31C-6B5B2B4E1829}"/>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xmlns:a="http://schemas.openxmlformats.org/drawingml/2006/main">
              <a:ext uri="{FF2B5EF4-FFF2-40B4-BE49-F238E27FC236}">
                <a16:creationId xmlns:a16="http://schemas.microsoft.com/office/drawing/2014/main" id="{CFEE7EB2-0BC6-4102-B15D-C23B28901052}"/>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xmlns:a="http://schemas.openxmlformats.org/drawingml/2006/main">
              <a:ext uri="{FF2B5EF4-FFF2-40B4-BE49-F238E27FC236}">
                <a16:creationId xmlns:a16="http://schemas.microsoft.com/office/drawing/2014/main" id="{DAEAD8E2-40A0-485F-A1F2-C19D363AFAC3}"/>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8B4FC840-D4B9-4AEC-832B-B29F2A72D995}"/>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85">
            <a:extLst xmlns:a="http://schemas.openxmlformats.org/drawingml/2006/main">
              <a:ext uri="{FF2B5EF4-FFF2-40B4-BE49-F238E27FC236}">
                <a16:creationId xmlns:a16="http://schemas.microsoft.com/office/drawing/2014/main" id="{1745F212-53BB-40CC-8F8D-5B34503EDB06}"/>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xmlns:a="http://schemas.openxmlformats.org/drawingml/2006/main">
              <a:ext uri="{FF2B5EF4-FFF2-40B4-BE49-F238E27FC236}">
                <a16:creationId xmlns:a16="http://schemas.microsoft.com/office/drawing/2014/main" id="{5F76292F-9B5C-4839-B4E4-1F06AD867201}"/>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047859916"/>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87">
            <a:extLst xmlns:a="http://schemas.openxmlformats.org/drawingml/2006/main">
              <a:ext uri="{FF2B5EF4-FFF2-40B4-BE49-F238E27FC236}">
                <a16:creationId xmlns:a16="http://schemas.microsoft.com/office/drawing/2014/main" id="{081325D2-AB97-47AD-8D89-592F6F3F157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xmlns:a="http://schemas.openxmlformats.org/drawingml/2006/main">
              <a:ext uri="{FF2B5EF4-FFF2-40B4-BE49-F238E27FC236}">
                <a16:creationId xmlns:a16="http://schemas.microsoft.com/office/drawing/2014/main" id="{3A633B77-E4F2-4340-8905-F3C6051FAF7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xmlns:a="http://schemas.openxmlformats.org/drawingml/2006/main">
              <a:ext uri="{FF2B5EF4-FFF2-40B4-BE49-F238E27FC236}">
                <a16:creationId xmlns:a16="http://schemas.microsoft.com/office/drawing/2014/main" id="{74327284-514C-4D55-ABF9-08DBE55A187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xmlns:a="http://schemas.openxmlformats.org/drawingml/2006/main">
              <a:ext uri="{FF2B5EF4-FFF2-40B4-BE49-F238E27FC236}">
                <a16:creationId xmlns:a16="http://schemas.microsoft.com/office/drawing/2014/main" id="{BBDC6617-BA5B-4645-9A11-2F7D6CE18DA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xmlns:a="http://schemas.openxmlformats.org/drawingml/2006/main">
              <a:ext uri="{FF2B5EF4-FFF2-40B4-BE49-F238E27FC236}">
                <a16:creationId xmlns:a16="http://schemas.microsoft.com/office/drawing/2014/main" id="{97F32B78-47DA-48C7-B542-6209D6FC1F7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DE473FF5-2018-44E2-80F8-154F3E788B4F}"/>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933151189"/>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2026-10-26T04:24:20.2020000Z</dcterms:created>
  <dcterms:modified xsi:type="dcterms:W3CDTF">2026-10-26T04:24:20.2020000Z</dcterms:modified>
</coreProperties>
</file>