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1a95ad430204f86" /><Relationship Type="http://schemas.openxmlformats.org/officeDocument/2006/relationships/extended-properties" Target="/docProps/app.xml" Id="R4258e0ef1e5d4b5f" /><Relationship Type="http://schemas.openxmlformats.org/officeDocument/2006/relationships/officeDocument" Target="/ppt/presentation.xml" Id="R994dc0aacadd4422" /></Relationships>
</file>

<file path=ppt/presentation.xml><?xml version="1.0" encoding="utf-8"?>
<p:presentation xmlns:p="http://schemas.openxmlformats.org/presentationml/2006/main">
  <p:sldMasterIdLst>
    <p:sldMasterId xmlns:r="http://schemas.openxmlformats.org/officeDocument/2006/relationships" id="2147483648" r:id="Rb02dedf0059a4a4f"/>
  </p:sldMasterIdLst>
  <p:notesMasterIdLst>
    <p:notesMasterId xmlns:r="http://schemas.openxmlformats.org/officeDocument/2006/relationships" r:id="R25215fb5631c44f8"/>
  </p:notesMasterIdLst>
  <p:sldIdLst>
    <p:sldId xmlns:r="http://schemas.openxmlformats.org/officeDocument/2006/relationships" id="256" r:id="Recc252a44deb40bf"/>
    <p:sldId xmlns:r="http://schemas.openxmlformats.org/officeDocument/2006/relationships" id="257" r:id="R7032787835554104"/>
    <p:sldId xmlns:r="http://schemas.openxmlformats.org/officeDocument/2006/relationships" id="258" r:id="R16a36f069e554361"/>
    <p:sldId xmlns:r="http://schemas.openxmlformats.org/officeDocument/2006/relationships" id="259" r:id="R3af1e22cdd07489a"/>
    <p:sldId xmlns:r="http://schemas.openxmlformats.org/officeDocument/2006/relationships" id="260" r:id="R5feb9c2c40fc4b2a"/>
    <p:sldId xmlns:r="http://schemas.openxmlformats.org/officeDocument/2006/relationships" id="261" r:id="Re4b964ec6fc44cd2"/>
    <p:sldId xmlns:r="http://schemas.openxmlformats.org/officeDocument/2006/relationships" id="262" r:id="R751bb444d5b44d39"/>
    <p:sldId xmlns:r="http://schemas.openxmlformats.org/officeDocument/2006/relationships" id="263" r:id="Rea42f4891c494ba7"/>
    <p:sldId xmlns:r="http://schemas.openxmlformats.org/officeDocument/2006/relationships" id="264" r:id="Rf93b720787ec4969"/>
    <p:sldId xmlns:r="http://schemas.openxmlformats.org/officeDocument/2006/relationships" id="265" r:id="R6293ed10ade54088"/>
    <p:sldId xmlns:r="http://schemas.openxmlformats.org/officeDocument/2006/relationships" id="266" r:id="R789ebe358a764520"/>
    <p:sldId xmlns:r="http://schemas.openxmlformats.org/officeDocument/2006/relationships" id="267" r:id="R2435576b39fa488c"/>
    <p:sldId xmlns:r="http://schemas.openxmlformats.org/officeDocument/2006/relationships" id="268" r:id="Rc1dd1652216b4bb3"/>
  </p:sldIdLst>
  <p:sldSz cx="13712825" cy="7713663"/>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fa732d3a304454" /><Relationship Type="http://schemas.openxmlformats.org/officeDocument/2006/relationships/slideMaster" Target="/ppt/slideMasters/slideMaster1.xml" Id="Rb02dedf0059a4a4f" /><Relationship Type="http://schemas.openxmlformats.org/officeDocument/2006/relationships/notesMaster" Target="/ppt/notesMasters/notesMaster1.xml" Id="R25215fb5631c44f8" /><Relationship Type="http://schemas.openxmlformats.org/officeDocument/2006/relationships/presProps" Target="/ppt/presProps.xml" Id="R9eb6b78d4eba4b58" /><Relationship Type="http://schemas.openxmlformats.org/officeDocument/2006/relationships/tableStyles" Target="/ppt/tableStyles.xml" Id="R629dce0f153343ff" /><Relationship Type="http://schemas.openxmlformats.org/officeDocument/2006/relationships/slide" Target="/ppt/slides/slide1.xml" Id="Recc252a44deb40bf" /><Relationship Type="http://schemas.openxmlformats.org/officeDocument/2006/relationships/slide" Target="/ppt/slides/slide2.xml" Id="R7032787835554104" /><Relationship Type="http://schemas.openxmlformats.org/officeDocument/2006/relationships/slide" Target="/ppt/slides/slide3.xml" Id="R16a36f069e554361" /><Relationship Type="http://schemas.openxmlformats.org/officeDocument/2006/relationships/slide" Target="/ppt/slides/slide4.xml" Id="R3af1e22cdd07489a" /><Relationship Type="http://schemas.openxmlformats.org/officeDocument/2006/relationships/slide" Target="/ppt/slides/slide5.xml" Id="R5feb9c2c40fc4b2a" /><Relationship Type="http://schemas.openxmlformats.org/officeDocument/2006/relationships/slide" Target="/ppt/slides/slide6.xml" Id="Re4b964ec6fc44cd2" /><Relationship Type="http://schemas.openxmlformats.org/officeDocument/2006/relationships/slide" Target="/ppt/slides/slide7.xml" Id="R751bb444d5b44d39" /><Relationship Type="http://schemas.openxmlformats.org/officeDocument/2006/relationships/slide" Target="/ppt/slides/slide8.xml" Id="Rea42f4891c494ba7" /><Relationship Type="http://schemas.openxmlformats.org/officeDocument/2006/relationships/slide" Target="/ppt/slides/slide9.xml" Id="Rf93b720787ec4969" /><Relationship Type="http://schemas.openxmlformats.org/officeDocument/2006/relationships/slide" Target="/ppt/slides/slide10.xml" Id="R6293ed10ade54088" /><Relationship Type="http://schemas.openxmlformats.org/officeDocument/2006/relationships/slide" Target="/ppt/slides/slide11.xml" Id="R789ebe358a764520" /><Relationship Type="http://schemas.openxmlformats.org/officeDocument/2006/relationships/slide" Target="/ppt/slides/slide12.xml" Id="R2435576b39fa488c" /><Relationship Type="http://schemas.openxmlformats.org/officeDocument/2006/relationships/slide" Target="/ppt/slides/slide13.xml" Id="Rc1dd1652216b4b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43db5364ee4f5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59c0ad22854c65" /><Relationship Type="http://schemas.openxmlformats.org/officeDocument/2006/relationships/notesMaster" Target="/ppt/notesMasters/notesMaster1.xml" Id="R4199239a4f864c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7a975909c84f49" /><Relationship Type="http://schemas.openxmlformats.org/officeDocument/2006/relationships/notesMaster" Target="/ppt/notesMasters/notesMaster1.xml" Id="R6ac29b3bc33d49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9786eb25464f22" /><Relationship Type="http://schemas.openxmlformats.org/officeDocument/2006/relationships/notesMaster" Target="/ppt/notesMasters/notesMaster1.xml" Id="R212317639df348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ba5e50274a4466" /><Relationship Type="http://schemas.openxmlformats.org/officeDocument/2006/relationships/notesMaster" Target="/ppt/notesMasters/notesMaster1.xml" Id="R52d9a54a742144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20e46a8dc541ee" /><Relationship Type="http://schemas.openxmlformats.org/officeDocument/2006/relationships/notesMaster" Target="/ppt/notesMasters/notesMaster1.xml" Id="R4a3d0a1d698d49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39ac2af70046fa" /><Relationship Type="http://schemas.openxmlformats.org/officeDocument/2006/relationships/notesMaster" Target="/ppt/notesMasters/notesMaster1.xml" Id="R60f8ffa1596c48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87f71ad158432e" /><Relationship Type="http://schemas.openxmlformats.org/officeDocument/2006/relationships/notesMaster" Target="/ppt/notesMasters/notesMaster1.xml" Id="R209ec336a30e47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8a2ecd19434c1b" /><Relationship Type="http://schemas.openxmlformats.org/officeDocument/2006/relationships/notesMaster" Target="/ppt/notesMasters/notesMaster1.xml" Id="Rca94481cf3214a1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bc36402b4004d8f" /><Relationship Type="http://schemas.openxmlformats.org/officeDocument/2006/relationships/notesMaster" Target="/ppt/notesMasters/notesMaster1.xml" Id="Redaca1a30ae046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63f08fcdf94570" /><Relationship Type="http://schemas.openxmlformats.org/officeDocument/2006/relationships/notesMaster" Target="/ppt/notesMasters/notesMaster1.xml" Id="R8fd030fa988043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e5a3ef780b48d8" /><Relationship Type="http://schemas.openxmlformats.org/officeDocument/2006/relationships/notesMaster" Target="/ppt/notesMasters/notesMaster1.xml" Id="R8d68348d884943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670811f1184987" /><Relationship Type="http://schemas.openxmlformats.org/officeDocument/2006/relationships/notesMaster" Target="/ppt/notesMasters/notesMaster1.xml" Id="R87d6c7bfb5fa4c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aa4f9c19794a61" /><Relationship Type="http://schemas.openxmlformats.org/officeDocument/2006/relationships/notesMaster" Target="/ppt/notesMasters/notesMaster1.xml" Id="R7747faad886f42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 권장 45초 · 누적 00:00~00:45</a:t>
            </a:r>
          </a:p>
          <a:p xmlns:a="http://schemas.openxmlformats.org/drawingml/2006/main">
            <a:r>
              <a:t/>
            </a:r>
          </a:p>
          <a:p xmlns:a="http://schemas.openxmlformats.org/drawingml/2006/main">
            <a:r>
              <a:t>발표 대본</a:t>
            </a:r>
          </a:p>
          <a:p xmlns:a="http://schemas.openxmlformats.org/drawingml/2006/main">
            <a:r>
              <a:t>모델 선정에서는 상담 품질과 응답 지연을 함께 봤습니다. 14B를 첫 후보로 골랐지만 지연과 자원 부담을 고려해 4B급을 다시 비교했습니다. 오답 분석에서는 Qwen의 과잉 보류를 개선할 여지가 있다고 판단했습니다. 같은 문항에서 Instruct로 바꾸자 정답률이 62.2%에서 77.5%로 올랐고, Q8의 추가 정확도 이득은 통계적으로 확인하지 못했습니다. 평균 응답은 Q4가 2.61초로 더 빨라 Q4를 선택했습니다. 다만 환각률도 늘어 모델 선정 뒤의 파이프라인에서 별도로 다뤘습니다.</a:t>
            </a:r>
          </a:p>
          <a:p xmlns:a="http://schemas.openxmlformats.org/drawingml/2006/main">
            <a:r>
              <a:t/>
            </a:r>
          </a:p>
          <a:p xmlns:a="http://schemas.openxmlformats.org/drawingml/2006/main">
            <a:r>
              <a:t>상세 근거</a:t>
            </a:r>
          </a:p>
          <a:p xmlns:a="http://schemas.openxmlformats.org/drawingml/2006/main">
            <a:r>
              <a:t>선정 과제는 Qwen3-4B-Instruct 계열과 Q4_K_M 양자화다. 14B P95 8.1초는 이전 평가의 지연이며 데이터셋이 달라 4B와 정확도를 직접 비교하지 않는다. v4 Qwen 오답 중 과잉 보류는 36.6%, Gemma는 3.5%였다. 이는 튜닝 가능성에 대한 당시 가설이다. v4 OFF와 v5 Instruct 비교는 모델 버전과 실제 출력 순서의 차이를 함께 포함한다. Q4/Q8 비교는 각 1,300행의 고정 컨텍스트 평가이며 Q4 정답률 77.5%, Q8 78.8%, 짝 비교 p=0.22이다. 평균 2.61초와 3.49초는 T4 단일 요청으로 종단 지연·동시성 지표가 아니다. 운영 w4a16과 평가 Q4_K_M은 양자화 방식이 다르다.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C:/Ureka/ureca_project2/LLM_Test/model_test_v5/try1/results/summary/brief_report.md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C:/Ureka/ureca_project2/LLM_Test/model_test_v3/try1/results/summary/model_selection.md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 권장 40초 · 누적 00:45~01:25</a:t>
            </a:r>
          </a:p>
          <a:p xmlns:a="http://schemas.openxmlformats.org/drawingml/2006/main">
            <a:r>
              <a:t/>
            </a:r>
          </a:p>
          <a:p xmlns:a="http://schemas.openxmlformats.org/drawingml/2006/main">
            <a:r>
              <a:t>발표 대본</a:t>
            </a:r>
          </a:p>
          <a:p xmlns:a="http://schemas.openxmlformats.org/drawingml/2006/main">
            <a:r>
              <a:t>정확도에서는 사용자가 물은 내용을 빠짐없이 이해하는 데 집중했습니다. 여러 질문이 들어오면 최대 세 개로 나누고, 질문마다 FAQ를 찾아 답변 가능 여부를 판단합니다. 일부에 근거가 없어도 나머지 답은 살리고 고정 안내를 붙입니다. “그거 얼마예요?”처럼 대상을 생략한 질문은 이전 대화로 보완합니다. 또 판정 모델이 원문 보존과 검색어 생성을 동시에 맡지 않도록 단순화해, 복합 질문 분리 성공을 백 건 중 69건에서 90건으로 높였습니다.</a:t>
            </a:r>
          </a:p>
          <a:p xmlns:a="http://schemas.openxmlformats.org/drawingml/2006/main">
            <a:r>
              <a:t/>
            </a:r>
          </a:p>
          <a:p xmlns:a="http://schemas.openxmlformats.org/drawingml/2006/main">
            <a:r>
              <a:t>상세 근거</a:t>
            </a:r>
          </a:p>
          <a:p xmlns:a="http://schemas.openxmlformats.org/drawingml/2006/main">
            <a:r>
              <a:t>QuestionRouter, 판정 LLM, OriginalQuestionSplitter가 질문 분리와 원문 조각 보존을 나눠 담당한다. 네 개 이상 질문은 안내 후 거절한다. 맥락을 답변 모델에 실제로 전달하는 기준은 할루시네이션 제어 장에서 설명한다. 69/100은 keep+search(keep 먼저), 90/100은 괄호 나열도 제거한 최종 search-only 프롬프트다. 중간 search-only V4는 92/100이지만 문구 누출 5건이 있었고 최종본은 해당 누출 0건이다. 질문 분리 지표로 최종 답변 정답률이나 멀티턴 정확도를 대신하지 않는다. 로컬 Ollama Q4_K_M, 1회, AI 생성 질문·정답·판정으로 사람 검수 전이다.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 권장 45초 · 누적 01:25~02:10</a:t>
            </a:r>
          </a:p>
          <a:p xmlns:a="http://schemas.openxmlformats.org/drawingml/2006/main">
            <a:r>
              <a:t/>
            </a:r>
          </a:p>
          <a:p xmlns:a="http://schemas.openxmlformats.org/drawingml/2006/main">
            <a:r>
              <a:t>발표 대본</a:t>
            </a:r>
          </a:p>
          <a:p xmlns:a="http://schemas.openxmlformats.org/drawingml/2006/main">
            <a:r>
              <a:t>임베딩 정확도에서 제가 맡은 부분은 검색에 넣을 문장입니다. 복합 질문은 여러 의도가 섞여 있으므로 하위 질문마다 검색어 한 문장을 만들고, 생략된 대상과 조건은 이전 대화로 채웁니다. 반대로 명확한 질문은 불필요하게 다시 쓰면 뜻이 변할 수 있어 원문으로 먼저 검색합니다. 실패할 때만 판정 모델을 부릅니다. 복합 질문 실험에서는 원문 보존 칸과 검색어를 함께 출력한 방식이 201개 의도 중 175개를 찾았고, 최종 검색어 전용 프롬프트는 182개를 찾았습니다.</a:t>
            </a:r>
          </a:p>
          <a:p xmlns:a="http://schemas.openxmlformats.org/drawingml/2006/main">
            <a:r>
              <a:t/>
            </a:r>
          </a:p>
          <a:p xmlns:a="http://schemas.openxmlformats.org/drawingml/2006/main">
            <a:r>
              <a:t>상세 근거</a:t>
            </a:r>
          </a:p>
          <a:p xmlns:a="http://schemas.openxmlformats.org/drawingml/2006/main">
            <a:r>
              <a:t>담당 기여는 임베딩 전 질문 가공과 원문 검색/판정 재시도 흐름이다. BGE-M3 모델 선정, 벡터 DB 선정, reranker·하이브리드 검색, 임계값 피팅은 이 담당 범위의 성과로 주장하지 않는다. 검색 맞힘 정의는 의도별 정답 FAQ가 유사도 0.75 이상이며 상위 3개 내 포함되는지다. 100개 복합 질문의 의도 201개가 분모다. keep+search 175/201, 최종 search-only 182/201은 이 표본의 프롬프트 비교이며 원문 우선 검색 전체와의 종단 비교는 아니다. 1차 운영 프롬프트도 181/201이었다. 따라서 175를 전체 프로젝트의 초기 검색 기준선으로 설명하지 않는다. 임베딩 모델 자체의 성능 향상이나 운영 전체 검색 성능으로 확대하지 않는다. 원문 우선 검색 경로 관측은 이전 대화 없는 141건 중 66건이며 별도 지표다.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 권장 55초 · 누적 02:10~03:05</a:t>
            </a:r>
          </a:p>
          <a:p xmlns:a="http://schemas.openxmlformats.org/drawingml/2006/main">
            <a:r>
              <a:t/>
            </a:r>
          </a:p>
          <a:p xmlns:a="http://schemas.openxmlformats.org/drawingml/2006/main">
            <a:r>
              <a:t>발표 대본</a:t>
            </a:r>
          </a:p>
          <a:p xmlns:a="http://schemas.openxmlformats.org/drawingml/2006/main">
            <a:r>
              <a:t>할루시네이션 제어에서는 오류가 다음 단계로 전파되는 경로를 줄였습니다. 판정 모델이 “못 받는 거죠?”의 부정을 지우는 식으로 질문을 바꾸면, 그 문장을 그대로 받은 답변 모델도 바뀐 질문에 답했습니다. 그래서 판정 모델의 검색어는 FAQ 검색에만 쓰고, 답변 모델에는 사용자가 쓴 원문과 검색한 자료를 전달합니다. 이전 질문도 원문으로 유지하고, 대화 이력은 맥락이 필요할 때만 전달합니다. 가드로 모든 변형을 잡기 어렵기 때문에, 변형된 문장이 답변용 질문이 되지 않도록 역할을 나눈 것입니다.</a:t>
            </a:r>
          </a:p>
          <a:p xmlns:a="http://schemas.openxmlformats.org/drawingml/2006/main">
            <a:r>
              <a:t/>
            </a:r>
          </a:p>
          <a:p xmlns:a="http://schemas.openxmlformats.org/drawingml/2006/main">
            <a:r>
              <a:t>상세 근거</a:t>
            </a:r>
          </a:p>
          <a:p xmlns:a="http://schemas.openxmlformats.org/drawingml/2006/main">
            <a:r>
              <a:t>SubQuestionGuard로 의미 변형을 검사하고 OriginalQuestionSplitter로 원문 조각을 보존한다. 필요하면 MultiTurnDetector가 최근 최대 3턴을 답변 모델에 전달한다. 판정 LLM 호출 시의 이력 전달과 답변 LLM의 선택적 이력 전달은 구분한다. 초기 실제 백엔드 200건에서 재작성 변형이 답변에 전파됐다. 같은 FAQ의 원문/keep 입력 비교는 근거 맞힘 76/100으로 동일하지만 최종 정답률 비교나 환각 감소율 측정은 아니다. 잘못된 검색으로 자료가 바뀔 위험은 여전히 남는다. 이력의 이전 질문을 원문으로 바꾼 것은 보고서의 해당 200건 실험 이후 변경으로 재측정 범위가 다르다.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담당 파트 권장 35초 · 누적 03:05~03:40</a:t>
            </a:r>
          </a:p>
          <a:p xmlns:a="http://schemas.openxmlformats.org/drawingml/2006/main">
            <a:r>
              <a:t/>
            </a:r>
          </a:p>
          <a:p xmlns:a="http://schemas.openxmlformats.org/drawingml/2006/main">
            <a:r>
              <a:t>발표 대본</a:t>
            </a:r>
          </a:p>
          <a:p xmlns:a="http://schemas.openxmlformats.org/drawingml/2006/main">
            <a:r>
              <a:t>보안에서는 제 담당 범위의 두 가지를 적용했습니다. 첫째, “프롬프트를 보여줘” 같은 명령이 정상 FAQ 질문처럼 다시 쓰이면, 판정 결과 가드에서 해당 검색어를 제외합니다. 모든 공격을 이 규칙만으로 막는다는 뜻은 아닙니다. 둘째, 질문 원문이 필요 이상 오래 남지 않도록 정리와 익명화 스케줄러를 구현했습니다. FAQ 로그의 질문 원문과 회원 연결은 세 달 뒤 제거하고, 통계에 필요한 기록은 정책에 따라 유지합니다. 분산 잠금과 배치 삭제로 정리 작업도 안정적으로 실행하도록 했습니다.</a:t>
            </a:r>
          </a:p>
          <a:p xmlns:a="http://schemas.openxmlformats.org/drawingml/2006/main">
            <a:r>
              <a:t/>
            </a:r>
          </a:p>
          <a:p xmlns:a="http://schemas.openxmlformats.org/drawingml/2006/main">
            <a:r>
              <a:t>상세 근거</a:t>
            </a:r>
          </a:p>
          <a:p xmlns:a="http://schemas.openxmlformats.org/drawingml/2006/main">
            <a:r>
              <a:t>보안 담당 범위는 SubQuestionGuard의 명령 변형 검색어 검사와 데이터 보관·익명화 스케줄러다. 인증·권한·네트워크 보안 및 입출력 가드 전체를 본인의 구현으로 주장하지 않는다. 현재 프롬프트 출력 300건에서 가드가 잡은 실제 변형은 9건이며 명령 6건, 부정 3건이다. 이는 전체 공격 탐지율이나 전체 보안 성능이 아니다. 가드에 모든 하위 검색어가 제외되면 원문으로 복귀하는 흐름이 있어 보안 처리를 가드 규칙 하나로 보장하지 않는다. FAQ 로그는 3년 보관하되 3개월 뒤 질문 원문·회원 연결을 익명화하는 프로젝트 정책이다. 일반 대화·답변 시도·예약·알림은 3개월 보관이다. 스케줄러 기본 04:00 KST, ShedLock 최소 10분/최대 30분, 1,000건 단위 커밋, 최초 실행 외 최대 3회 재시도다. 법적 의무의 적합성을 판단한 법률 검토가 아니다.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C:/Ureka/ureca_project2/BackEnd/docs/질문분리_멀티턴_테스트_보고서.md</a:t>
            </a:r>
          </a:p>
          <a:p xmlns:a="http://schemas.openxmlformats.org/drawingml/2006/main">
            <a:r>
              <a:t>C:/Ureka/ureca_project2/BackEnd/src/main/resources/db/migration/R__purge_expired_data.sql</a:t>
            </a:r>
          </a:p>
          <a:p xmlns:a="http://schemas.openxmlformats.org/drawingml/2006/main">
            <a:r>
              <a:t>C:/Ureka/ureca_project2/BackEnd/src/main/java/com/ubot/retention/scheduler/DataRetentionScheduler.java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A1. 정규 3~4분 설명에서는 건너뜁니다.</a:t>
            </a:r>
          </a:p>
          <a:p xmlns:a="http://schemas.openxmlformats.org/drawingml/2006/main">
            <a:r>
              <a:t/>
            </a:r>
          </a:p>
          <a:p xmlns:a="http://schemas.openxmlformats.org/drawingml/2006/main">
            <a:r>
              <a:t>모델 이름만 비교한 것이 아니라 실제 상담 질문에 맞는 조건 판단과 보류, 환각, 출력 형식, 응답 시간을 함께 봤습니다. v3의 14B는 첫 MVP 후보였고 최종 확정은 아니었습니다. 이후 지연과 동시 처리 자원을 고려해 4B 튜닝으로 내려왔습니다. 버전마다 데이터셋과 채점 기준이 달라 버전 간 정답률을 곧바로 개선율로 비교하지 않습니다. Q4_K_M은 Ollama 평가 모델의 양자화입니다. 운영 vLLM의 w4a16과 동일한 형식으로 보지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C:/Ureka/ureca_project2/LLM_Test/model_test_v3/try1/results/summary/model_selection.md</a:t>
            </a:r>
          </a:p>
          <a:p xmlns:a="http://schemas.openxmlformats.org/drawingml/2006/main">
            <a:r>
              <a:t>C:/Ureka/ureca_project2/LLM_Test/model_test_v4/try1/results/summary/tuning_target_decision.md</a:t>
            </a:r>
          </a:p>
          <a:p xmlns:a="http://schemas.openxmlformats.org/drawingml/2006/main">
            <a:r>
              <a:t>C:/Ureka/ureca_project2/LLM_Test/model_test_v5/try1/results/summary/brief_report.md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A2. 정규 3~4분 설명에서는 건너뜁니다.</a:t>
            </a:r>
          </a:p>
          <a:p xmlns:a="http://schemas.openxmlformats.org/drawingml/2006/main">
            <a:r>
              <a:t/>
            </a:r>
          </a:p>
          <a:p xmlns:a="http://schemas.openxmlformats.org/drawingml/2006/main">
            <a:r>
              <a:t>Gemma가 전체 정답률은 높았지만, Qwen의 오답 352건은 답할 수 있는데 보류한 유형이었습니다. 그중 255건에는 환각이 없었습니다. 이를 프롬프트로 개선할 여지가 있다고 보고 Qwen을 튜닝 대상으로 바꿨습니다. 이는 당시의 선택 가설이며 계산 능력이나 환각을 프롬프트로 절대로 고칠 수 없다는 뜻은 아닙니다. ¹ 실제로 답한 경우는 기대 상태 ANSWER이면서 본문이 실제로 답한 부분집합이며 Gemma n=1,319, Qwen n=1,090입니다. Qwen이 자신 있는 문항만 답한 선택 효과도 있으므로 전체 정확도로 해석하지 않습니다.</a:t>
            </a:r>
          </a:p>
          <a:p xmlns:a="http://schemas.openxmlformats.org/drawingml/2006/main">
            <a:r>
              <a:t/>
            </a:r>
          </a:p>
          <a:p xmlns:a="http://schemas.openxmlformats.org/drawingml/2006/main">
            <a:r>
              <a:t>근거 자료</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A3. 정규 3~4분 설명에서는 건너뜁니다.</a:t>
            </a:r>
          </a:p>
          <a:p xmlns:a="http://schemas.openxmlformats.org/drawingml/2006/main">
            <a:r>
              <a:t/>
            </a:r>
          </a:p>
          <a:p xmlns:a="http://schemas.openxmlformats.org/drawingml/2006/main">
            <a:r>
              <a:t>명확한 단일 질문까지 LLM이 다시 쓰면 원문에 있던 표현이 바뀌어 오히려 검색이 나빠진 사례가 있었습니다. 그래서 표지가 없으면 원문을 먼저 검색합니다. 이전 대화가 없는 실험 141건 중 66건, 약 47%는 판정 LLM 호출 없이 끝났습니다. 이 수치는 비용이나 종단 지연을 직접 측정한 절감률은 아닙니다. 표지는 넓게 잡았습니다. 표지를 놓치면 검색과 답변을 망칠 수 있지만 과하게 잡으면 대체로 판정 호출이 한 번 늘기 때문입니다. 형태소 분석 실패는 표지 없음으로 처리하고 검색 실패 시 판정 재시도 경로를 유지합니다.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A4. 정규 3~4분 설명에서는 건너뜁니다.</a:t>
            </a:r>
          </a:p>
          <a:p xmlns:a="http://schemas.openxmlformats.org/drawingml/2006/main">
            <a:r>
              <a:t/>
            </a:r>
          </a:p>
          <a:p xmlns:a="http://schemas.openxmlformats.org/drawingml/2006/main">
            <a:r>
              <a:t>문장 규칙을 자세히 바꾸는 실험은 질문 분리를 크게 개선하지 못했습니다. 원문 보존 칸과 검색어를 함께 출력시키면 원문을 지키려는 요구와 문장을 나누는 요구가 충돌했습니다. keep을 빼고 최종 프롬프트가 검색어 한 문장만 출력하도록 하자 69건에서 90건으로 늘었습니다. 중간 V4는 92건이었지만 프롬프트 괄호 나열이 검색어에 5건 새어 나왔고, 이를 지운 최종본은 90건이며 해당 문구 누출은 0건입니다. LLM의 출력 부담을 줄이고 원문 보존 책임을 코드로 옮겼다는 설계 선택을 설명합니다. 이는 사람 검수 전 같은 실험셋에서 얻은 결과입니다.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A5. 정규 3~4분 설명에서는 건너뜁니다.</a:t>
            </a:r>
          </a:p>
          <a:p xmlns:a="http://schemas.openxmlformats.org/drawingml/2006/main">
            <a:r>
              <a:t/>
            </a:r>
          </a:p>
          <a:p xmlns:a="http://schemas.openxmlformats.org/drawingml/2006/main">
            <a:r>
              <a:t>SubQuestionGuard는 검색어가 원문에서 벗어나는 대표 패턴을 검사합니다. 현재 프롬프트 출력 300건에서는 명령 6건과 부정 3건, 모두 실제 문제 9건을 잡았습니다. 이 표본의 오탐 0건은 모든 데이터에서 오탐이 없거나 탐지율 100%라는 뜻은 아닙니다. 이전 변형 프롬프트와 규칙 개발 표본에는 해가 적은 다시 쓰기를 되돌린 사례도 있고 현재 규칙으로 못 잡은 명령 변형도 남았습니다. 그래서 가드의 탐지에만 기대지 않고 답변 입력 원문 분리와 함께 사용합니다. 출처 없는 명사를 무조건 지우거나 새 의문사가 생기면 원문으로 되돌리는 규칙은 오히려 검색을 해쳐 제거했습니다.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A6. 정규 3~4분 설명에서는 건너뜁니다.</a:t>
            </a:r>
          </a:p>
          <a:p xmlns:a="http://schemas.openxmlformats.org/drawingml/2006/main">
            <a:r>
              <a:t/>
            </a:r>
          </a:p>
          <a:p xmlns:a="http://schemas.openxmlformats.org/drawingml/2006/main">
            <a:r>
              <a:t>v3와 v4는 정확도 정의와 데이터셋이 달라 숫자를 곧바로 비교하지 않습니다. v5 Q4와 Q8의 정확도는 각각 1,300행이 분모입니다. T4 순차 단일 요청 시간은 운영 동시성 지표가 아닙니다. Q8_0 실험은 FP8 자체의 실험이 아닙니다. 운영 모델은 RedHatAI/Qwen3-4B-Instruct-2507-quantized.w4a16 계열이며 실제 로드 상태는 배포 설정에 따라 확인해야 합니다. 출처별 상세 보고서와 모델명을 유지해 추가 질문에 대응합니다.</a:t>
            </a:r>
          </a:p>
          <a:p xmlns:a="http://schemas.openxmlformats.org/drawingml/2006/main">
            <a:r>
              <a:t/>
            </a:r>
          </a:p>
          <a:p xmlns:a="http://schemas.openxmlformats.org/drawingml/2006/main">
            <a:r>
              <a:t>근거 자료</a:t>
            </a:r>
          </a:p>
          <a:p xmlns:a="http://schemas.openxmlformats.org/drawingml/2006/main">
            <a:r>
              <a:t>C:/Ureka/ureca_project2/LLM_Test/model_test_v3/try1/results/all_summary.md</a:t>
            </a:r>
          </a:p>
          <a:p xmlns:a="http://schemas.openxmlformats.org/drawingml/2006/main">
            <a:r>
              <a:t>C:/Ureka/ureca_project2/LLM_Test/model_test_v4/try1/results/summary/brief_report.md</a:t>
            </a:r>
          </a:p>
          <a:p xmlns:a="http://schemas.openxmlformats.org/drawingml/2006/main">
            <a:r>
              <a:t>C:/Ureka/ureca_project2/LLM_Test/model_test_v5/try1/results/summary/brief_report.md</a:t>
            </a:r>
          </a:p>
          <a:p xmlns:a="http://schemas.openxmlformats.org/drawingml/2006/main">
            <a:r>
              <a:t>C:/Ureka/ureca_project2/BackEnd/docs/질문분리_멀티턴_테스트_보고서.md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A7. 정규 3~4분 설명에서는 건너뜁니다.</a:t>
            </a:r>
          </a:p>
          <a:p xmlns:a="http://schemas.openxmlformats.org/drawingml/2006/main">
            <a:r>
              <a:t/>
            </a:r>
          </a:p>
          <a:p xmlns:a="http://schemas.openxmlformats.org/drawingml/2006/main">
            <a:r>
              <a:t>보관 기간은 제공 요약과 현재 프로젝트 코드에서 확인한 정책입니다. 이 슬라이드는 법적 의무의 완전성이나 적합성을 판단한 법률 검토가 아닙니다. FAQ 통계는 생성 시각과 FAQ 연결을 활용하므로 개인 식별이 가능한 질문 원문·회원 연결은 3개월 뒤 먼저 비웁니다. 미답변 묶음은 대기 중에 지우면 질문 수와 중심 벡터가 바뀌어 관리자 검토 우선순위가 흔들리므로 처리 후부터 기간을 셉니다. 마스터는 FK 참조가 남아 있으면 물리 삭제하지 않습니다.</a:t>
            </a:r>
          </a:p>
          <a:p xmlns:a="http://schemas.openxmlformats.org/drawingml/2006/main">
            <a:r>
              <a:t/>
            </a:r>
          </a:p>
          <a:p xmlns:a="http://schemas.openxmlformats.org/drawingml/2006/main">
            <a:r>
              <a:t>근거 자료</a:t>
            </a:r>
          </a:p>
          <a:p xmlns:a="http://schemas.openxmlformats.org/drawingml/2006/main">
            <a:r>
              <a:t>C:/Ureka/ureca_project2/발표/subject.zip (조현빈 요약)</a:t>
            </a:r>
          </a:p>
          <a:p xmlns:a="http://schemas.openxmlformats.org/drawingml/2006/main">
            <a:r>
              <a:t>C:/Ureka/ureca_project2/BackEnd/src/main/resources/db/migration/R__purge_expired_data.sql</a:t>
            </a:r>
          </a:p>
          <a:p xmlns:a="http://schemas.openxmlformats.org/drawingml/2006/main">
            <a:r>
              <a:t>C:/Ureka/ureca_project2/BackEnd/src/main/resources/db/migration/V28__apply_data_retention_policy.sql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 부록 A8. 정규 3~4분 설명에서는 건너뜁니다.</a:t>
            </a:r>
          </a:p>
          <a:p xmlns:a="http://schemas.openxmlformats.org/drawingml/2006/main">
            <a:r>
              <a:t/>
            </a:r>
          </a:p>
          <a:p xmlns:a="http://schemas.openxmlformats.org/drawingml/2006/main">
            <a:r>
              <a:t>MultiTurnDetector의 조건입니다. 원문 검색 성공으로 판정 LLM을 생략하는 경로와, 판정 결과를 보고 대화를 전달하는 경로를 구분합니다. 실험에서 틀린 이전 답변을 의도적으로 넣은 8건 중 2~3건은 그 값을 따라 썼습니다. 따라서 매번 이력을 주지 않습니다. 과거 질문에 검색어를 저장해 넘기면 LLM이 한 번 만든 지명 등이 다음 턴의 사용자 사실처럼 굳을 수 있어 원문 이력으로 변경했습니다. 이 변경 뒤 동일 200건 전체를 다시 돌린 결과는 해당 원보고서에 없으므로 이전 수치를 최신 코드의 보장 성능으로 설명하지 않습니다.</a:t>
            </a:r>
          </a:p>
          <a:p xmlns:a="http://schemas.openxmlformats.org/drawingml/2006/main">
            <a:r>
              <a:t/>
            </a:r>
          </a:p>
          <a:p xmlns:a="http://schemas.openxmlformats.org/drawingml/2006/main">
            <a:r>
              <a:t>근거 자료</a:t>
            </a:r>
          </a:p>
          <a:p xmlns:a="http://schemas.openxmlformats.org/drawingml/2006/main">
            <a:r>
              <a:t>C:/Ureka/ureca_project2/BackEnd/docs/질문분리_멀티턴_테스트_보고서.md</a:t>
            </a:r>
          </a:p>
          <a:p xmlns:a="http://schemas.openxmlformats.org/drawingml/2006/main">
            <a:r>
              <a:t>C:/Ureka/ureca_project2/발표/subject.zip (조현빈 요약)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ef939bbb9e4e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baec451a4f4d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a3088161db4f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4b94bed02d4a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045819a2e545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b7e60b00e84f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7EC9EE-F8CD-4877-A133-2EAE79BCB712}"/>
              </a:ext>
            </a:extLst>
          </p:cNvPr>
          <p:cNvSpPr>
            <a:spLocks xmlns:a="http://schemas.openxmlformats.org/drawingml/2006/main" noGrp="1"/>
          </p:cNvSpPr>
          <p:nvPr>
            <p:ph type="title" idx="0"/>
          </p:nvPr>
        </p:nvSpPr>
        <p:spPr>
          <a:xfrm xmlns:a="http://schemas.openxmlformats.org/drawingml/2006/main">
            <a:off x="1371283" y="2914050"/>
            <a:ext cx="10970260" cy="111419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399" b="1">
                <a:solidFill>
                  <a:schemeClr val="tx1"/>
                </a:solidFill>
                <a:latin typeface="+mj-lt"/>
                <a:ea typeface="+mj-lt"/>
                <a:cs typeface="+mj-lt"/>
              </a:defRPr>
            </a:defPPr>
            <a:lvl1pPr marL="0" indent="0" algn="ctr">
              <a:lnSpc>
                <a:spcPct val="110000"/>
              </a:lnSpc>
              <a:spcBef>
                <a:spcPts val="0"/>
              </a:spcBef>
              <a:spcAft>
                <a:spcPts val="0"/>
              </a:spcAft>
              <a:buNone/>
              <a:defRPr sz="5399" b="1">
                <a:solidFill>
                  <a:schemeClr val="tx1"/>
                </a:solidFill>
                <a:latin typeface="+mj-lt"/>
                <a:ea typeface="+mj-lt"/>
                <a:cs typeface="+mj-lt"/>
              </a:defRPr>
            </a:lvl1pPr>
            <a:lvl2pPr marL="0" indent="0" algn="ctr">
              <a:lnSpc>
                <a:spcPct val="110000"/>
              </a:lnSpc>
              <a:spcBef>
                <a:spcPts val="0"/>
              </a:spcBef>
              <a:spcAft>
                <a:spcPts val="0"/>
              </a:spcAft>
              <a:buNone/>
              <a:defRPr sz="5399" b="1">
                <a:solidFill>
                  <a:schemeClr val="tx1"/>
                </a:solidFill>
                <a:latin typeface="+mj-lt"/>
                <a:ea typeface="+mj-lt"/>
                <a:cs typeface="+mj-lt"/>
              </a:defRPr>
            </a:lvl2pPr>
            <a:lvl3pPr marL="0" indent="0" algn="ctr">
              <a:lnSpc>
                <a:spcPct val="110000"/>
              </a:lnSpc>
              <a:spcBef>
                <a:spcPts val="0"/>
              </a:spcBef>
              <a:spcAft>
                <a:spcPts val="0"/>
              </a:spcAft>
              <a:buNone/>
              <a:defRPr sz="5399" b="1">
                <a:solidFill>
                  <a:schemeClr val="tx1"/>
                </a:solidFill>
                <a:latin typeface="+mj-lt"/>
                <a:ea typeface="+mj-lt"/>
                <a:cs typeface="+mj-lt"/>
              </a:defRPr>
            </a:lvl3pPr>
            <a:lvl4pPr marL="0" indent="0" algn="ctr">
              <a:lnSpc>
                <a:spcPct val="110000"/>
              </a:lnSpc>
              <a:spcBef>
                <a:spcPts val="0"/>
              </a:spcBef>
              <a:spcAft>
                <a:spcPts val="0"/>
              </a:spcAft>
              <a:buNone/>
              <a:defRPr sz="5399" b="1">
                <a:solidFill>
                  <a:schemeClr val="tx1"/>
                </a:solidFill>
                <a:latin typeface="+mj-lt"/>
                <a:ea typeface="+mj-lt"/>
                <a:cs typeface="+mj-lt"/>
              </a:defRPr>
            </a:lvl4pPr>
            <a:lvl5pPr marL="0" indent="0" algn="ctr">
              <a:lnSpc>
                <a:spcPct val="110000"/>
              </a:lnSpc>
              <a:spcBef>
                <a:spcPts val="0"/>
              </a:spcBef>
              <a:spcAft>
                <a:spcPts val="0"/>
              </a:spcAft>
              <a:buNone/>
              <a:defRPr sz="5399" b="1">
                <a:solidFill>
                  <a:schemeClr val="tx1"/>
                </a:solidFill>
                <a:latin typeface="+mj-lt"/>
                <a:ea typeface="+mj-lt"/>
                <a:cs typeface="+mj-lt"/>
              </a:defRPr>
            </a:lvl5pPr>
            <a:lvl6pPr marL="0" indent="0" algn="ctr">
              <a:lnSpc>
                <a:spcPct val="110000"/>
              </a:lnSpc>
              <a:spcBef>
                <a:spcPts val="0"/>
              </a:spcBef>
              <a:spcAft>
                <a:spcPts val="0"/>
              </a:spcAft>
              <a:buNone/>
              <a:defRPr sz="5399" b="1">
                <a:solidFill>
                  <a:schemeClr val="tx1"/>
                </a:solidFill>
                <a:latin typeface="+mj-lt"/>
                <a:ea typeface="+mj-lt"/>
                <a:cs typeface="+mj-lt"/>
              </a:defRPr>
            </a:lvl6pPr>
            <a:lvl7pPr marL="0" indent="0" algn="ctr">
              <a:lnSpc>
                <a:spcPct val="110000"/>
              </a:lnSpc>
              <a:spcBef>
                <a:spcPts val="0"/>
              </a:spcBef>
              <a:spcAft>
                <a:spcPts val="0"/>
              </a:spcAft>
              <a:buNone/>
              <a:defRPr sz="5399" b="1">
                <a:solidFill>
                  <a:schemeClr val="tx1"/>
                </a:solidFill>
                <a:latin typeface="+mj-lt"/>
                <a:ea typeface="+mj-lt"/>
                <a:cs typeface="+mj-lt"/>
              </a:defRPr>
            </a:lvl7pPr>
            <a:lvl8pPr marL="0" indent="0" algn="ctr">
              <a:lnSpc>
                <a:spcPct val="110000"/>
              </a:lnSpc>
              <a:spcBef>
                <a:spcPts val="0"/>
              </a:spcBef>
              <a:spcAft>
                <a:spcPts val="0"/>
              </a:spcAft>
              <a:buNone/>
              <a:defRPr sz="5399" b="1">
                <a:solidFill>
                  <a:schemeClr val="tx1"/>
                </a:solidFill>
                <a:latin typeface="+mj-lt"/>
                <a:ea typeface="+mj-lt"/>
                <a:cs typeface="+mj-lt"/>
              </a:defRPr>
            </a:lvl8pPr>
            <a:lvl9pPr marL="0" indent="0" algn="ctr">
              <a:lnSpc>
                <a:spcPct val="110000"/>
              </a:lnSpc>
              <a:spcBef>
                <a:spcPts val="0"/>
              </a:spcBef>
              <a:spcAft>
                <a:spcPts val="0"/>
              </a:spcAft>
              <a:buNone/>
              <a:defRPr sz="5399"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3D43CEB-EC1B-4A85-960D-36439193E5D7}"/>
              </a:ext>
            </a:extLst>
          </p:cNvPr>
          <p:cNvSpPr>
            <a:spLocks xmlns:a="http://schemas.openxmlformats.org/drawingml/2006/main" noGrp="1"/>
          </p:cNvSpPr>
          <p:nvPr>
            <p:ph type="subTitle" idx="1"/>
          </p:nvPr>
        </p:nvSpPr>
        <p:spPr>
          <a:xfrm xmlns:a="http://schemas.openxmlformats.org/drawingml/2006/main">
            <a:off x="2056924" y="4242515"/>
            <a:ext cx="9598978" cy="857074"/>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2" b="0">
                <a:solidFill>
                  <a:schemeClr val="tx1"/>
                </a:solidFill>
                <a:latin typeface="+mn-lt"/>
                <a:ea typeface="+mn-lt"/>
                <a:cs typeface="+mn-lt"/>
              </a:defRPr>
            </a:defPPr>
            <a:lvl1pPr marL="0" indent="0" algn="ctr">
              <a:lnSpc>
                <a:spcPct val="110000"/>
              </a:lnSpc>
              <a:spcBef>
                <a:spcPts val="0"/>
              </a:spcBef>
              <a:spcAft>
                <a:spcPts val="0"/>
              </a:spcAft>
              <a:buNone/>
              <a:defRPr sz="2362" b="0">
                <a:solidFill>
                  <a:schemeClr val="tx1"/>
                </a:solidFill>
                <a:latin typeface="+mn-lt"/>
                <a:ea typeface="+mn-lt"/>
                <a:cs typeface="+mn-lt"/>
              </a:defRPr>
            </a:lvl1pPr>
            <a:lvl2pPr marL="0" indent="0" algn="ctr">
              <a:lnSpc>
                <a:spcPct val="110000"/>
              </a:lnSpc>
              <a:spcBef>
                <a:spcPts val="0"/>
              </a:spcBef>
              <a:spcAft>
                <a:spcPts val="0"/>
              </a:spcAft>
              <a:buNone/>
              <a:defRPr sz="2362" b="0">
                <a:solidFill>
                  <a:schemeClr val="tx1"/>
                </a:solidFill>
                <a:latin typeface="+mn-lt"/>
                <a:ea typeface="+mn-lt"/>
                <a:cs typeface="+mn-lt"/>
              </a:defRPr>
            </a:lvl2pPr>
            <a:lvl3pPr marL="0" indent="0" algn="ctr">
              <a:lnSpc>
                <a:spcPct val="110000"/>
              </a:lnSpc>
              <a:spcBef>
                <a:spcPts val="0"/>
              </a:spcBef>
              <a:spcAft>
                <a:spcPts val="0"/>
              </a:spcAft>
              <a:buNone/>
              <a:defRPr sz="2362" b="0">
                <a:solidFill>
                  <a:schemeClr val="tx1"/>
                </a:solidFill>
                <a:latin typeface="+mn-lt"/>
                <a:ea typeface="+mn-lt"/>
                <a:cs typeface="+mn-lt"/>
              </a:defRPr>
            </a:lvl3pPr>
            <a:lvl4pPr marL="0" indent="0" algn="ctr">
              <a:lnSpc>
                <a:spcPct val="110000"/>
              </a:lnSpc>
              <a:spcBef>
                <a:spcPts val="0"/>
              </a:spcBef>
              <a:spcAft>
                <a:spcPts val="0"/>
              </a:spcAft>
              <a:buNone/>
              <a:defRPr sz="2362" b="0">
                <a:solidFill>
                  <a:schemeClr val="tx1"/>
                </a:solidFill>
                <a:latin typeface="+mn-lt"/>
                <a:ea typeface="+mn-lt"/>
                <a:cs typeface="+mn-lt"/>
              </a:defRPr>
            </a:lvl4pPr>
            <a:lvl5pPr marL="0" indent="0" algn="ctr">
              <a:lnSpc>
                <a:spcPct val="110000"/>
              </a:lnSpc>
              <a:spcBef>
                <a:spcPts val="0"/>
              </a:spcBef>
              <a:spcAft>
                <a:spcPts val="0"/>
              </a:spcAft>
              <a:buNone/>
              <a:defRPr sz="2362" b="0">
                <a:solidFill>
                  <a:schemeClr val="tx1"/>
                </a:solidFill>
                <a:latin typeface="+mn-lt"/>
                <a:ea typeface="+mn-lt"/>
                <a:cs typeface="+mn-lt"/>
              </a:defRPr>
            </a:lvl5pPr>
            <a:lvl6pPr marL="0" indent="0" algn="ctr">
              <a:lnSpc>
                <a:spcPct val="110000"/>
              </a:lnSpc>
              <a:spcBef>
                <a:spcPts val="0"/>
              </a:spcBef>
              <a:spcAft>
                <a:spcPts val="0"/>
              </a:spcAft>
              <a:buNone/>
              <a:defRPr sz="2362" b="0">
                <a:solidFill>
                  <a:schemeClr val="tx1"/>
                </a:solidFill>
                <a:latin typeface="+mn-lt"/>
                <a:ea typeface="+mn-lt"/>
                <a:cs typeface="+mn-lt"/>
              </a:defRPr>
            </a:lvl6pPr>
            <a:lvl7pPr marL="0" indent="0" algn="ctr">
              <a:lnSpc>
                <a:spcPct val="110000"/>
              </a:lnSpc>
              <a:spcBef>
                <a:spcPts val="0"/>
              </a:spcBef>
              <a:spcAft>
                <a:spcPts val="0"/>
              </a:spcAft>
              <a:buNone/>
              <a:defRPr sz="2362" b="0">
                <a:solidFill>
                  <a:schemeClr val="tx1"/>
                </a:solidFill>
                <a:latin typeface="+mn-lt"/>
                <a:ea typeface="+mn-lt"/>
                <a:cs typeface="+mn-lt"/>
              </a:defRPr>
            </a:lvl7pPr>
            <a:lvl8pPr marL="0" indent="0" algn="ctr">
              <a:lnSpc>
                <a:spcPct val="110000"/>
              </a:lnSpc>
              <a:spcBef>
                <a:spcPts val="0"/>
              </a:spcBef>
              <a:spcAft>
                <a:spcPts val="0"/>
              </a:spcAft>
              <a:buNone/>
              <a:defRPr sz="2362" b="0">
                <a:solidFill>
                  <a:schemeClr val="tx1"/>
                </a:solidFill>
                <a:latin typeface="+mn-lt"/>
                <a:ea typeface="+mn-lt"/>
                <a:cs typeface="+mn-lt"/>
              </a:defRPr>
            </a:lvl8pPr>
            <a:lvl9pPr marL="0" indent="0" algn="ctr">
              <a:lnSpc>
                <a:spcPct val="110000"/>
              </a:lnSpc>
              <a:spcBef>
                <a:spcPts val="0"/>
              </a:spcBef>
              <a:spcAft>
                <a:spcPts val="0"/>
              </a:spcAft>
              <a:buNone/>
              <a:defRPr sz="2362"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561497-A878-437A-B2B6-5555BD73C64E}"/>
              </a:ext>
            </a:extLst>
          </p:cNvPr>
          <p:cNvSpPr>
            <a:spLocks xmlns:a="http://schemas.openxmlformats.org/drawingml/2006/main" noGrp="1"/>
          </p:cNvSpPr>
          <p:nvPr>
            <p:ph type="title" idx="0"/>
          </p:nvPr>
        </p:nvSpPr>
        <p:spPr>
          <a:xfrm xmlns:a="http://schemas.openxmlformats.org/drawingml/2006/main">
            <a:off x="1371283" y="3214026"/>
            <a:ext cx="10970260" cy="128561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4" b="1">
                <a:solidFill>
                  <a:schemeClr val="tx1"/>
                </a:solidFill>
                <a:latin typeface="+mj-lt"/>
                <a:ea typeface="+mj-lt"/>
                <a:cs typeface="+mj-lt"/>
              </a:defRPr>
            </a:defPPr>
            <a:lvl1pPr marL="0" indent="0" algn="ctr">
              <a:lnSpc>
                <a:spcPct val="110000"/>
              </a:lnSpc>
              <a:spcBef>
                <a:spcPts val="0"/>
              </a:spcBef>
              <a:spcAft>
                <a:spcPts val="0"/>
              </a:spcAft>
              <a:buNone/>
              <a:defRPr sz="4724" b="1">
                <a:solidFill>
                  <a:schemeClr val="tx1"/>
                </a:solidFill>
                <a:latin typeface="+mj-lt"/>
                <a:ea typeface="+mj-lt"/>
                <a:cs typeface="+mj-lt"/>
              </a:defRPr>
            </a:lvl1pPr>
            <a:lvl2pPr marL="0" indent="0" algn="ctr">
              <a:lnSpc>
                <a:spcPct val="110000"/>
              </a:lnSpc>
              <a:spcBef>
                <a:spcPts val="0"/>
              </a:spcBef>
              <a:spcAft>
                <a:spcPts val="0"/>
              </a:spcAft>
              <a:buNone/>
              <a:defRPr sz="4724" b="1">
                <a:solidFill>
                  <a:schemeClr val="tx1"/>
                </a:solidFill>
                <a:latin typeface="+mj-lt"/>
                <a:ea typeface="+mj-lt"/>
                <a:cs typeface="+mj-lt"/>
              </a:defRPr>
            </a:lvl2pPr>
            <a:lvl3pPr marL="0" indent="0" algn="ctr">
              <a:lnSpc>
                <a:spcPct val="110000"/>
              </a:lnSpc>
              <a:spcBef>
                <a:spcPts val="0"/>
              </a:spcBef>
              <a:spcAft>
                <a:spcPts val="0"/>
              </a:spcAft>
              <a:buNone/>
              <a:defRPr sz="4724" b="1">
                <a:solidFill>
                  <a:schemeClr val="tx1"/>
                </a:solidFill>
                <a:latin typeface="+mj-lt"/>
                <a:ea typeface="+mj-lt"/>
                <a:cs typeface="+mj-lt"/>
              </a:defRPr>
            </a:lvl3pPr>
            <a:lvl4pPr marL="0" indent="0" algn="ctr">
              <a:lnSpc>
                <a:spcPct val="110000"/>
              </a:lnSpc>
              <a:spcBef>
                <a:spcPts val="0"/>
              </a:spcBef>
              <a:spcAft>
                <a:spcPts val="0"/>
              </a:spcAft>
              <a:buNone/>
              <a:defRPr sz="4724" b="1">
                <a:solidFill>
                  <a:schemeClr val="tx1"/>
                </a:solidFill>
                <a:latin typeface="+mj-lt"/>
                <a:ea typeface="+mj-lt"/>
                <a:cs typeface="+mj-lt"/>
              </a:defRPr>
            </a:lvl4pPr>
            <a:lvl5pPr marL="0" indent="0" algn="ctr">
              <a:lnSpc>
                <a:spcPct val="110000"/>
              </a:lnSpc>
              <a:spcBef>
                <a:spcPts val="0"/>
              </a:spcBef>
              <a:spcAft>
                <a:spcPts val="0"/>
              </a:spcAft>
              <a:buNone/>
              <a:defRPr sz="4724" b="1">
                <a:solidFill>
                  <a:schemeClr val="tx1"/>
                </a:solidFill>
                <a:latin typeface="+mj-lt"/>
                <a:ea typeface="+mj-lt"/>
                <a:cs typeface="+mj-lt"/>
              </a:defRPr>
            </a:lvl5pPr>
            <a:lvl6pPr marL="0" indent="0" algn="ctr">
              <a:lnSpc>
                <a:spcPct val="110000"/>
              </a:lnSpc>
              <a:spcBef>
                <a:spcPts val="0"/>
              </a:spcBef>
              <a:spcAft>
                <a:spcPts val="0"/>
              </a:spcAft>
              <a:buNone/>
              <a:defRPr sz="4724" b="1">
                <a:solidFill>
                  <a:schemeClr val="tx1"/>
                </a:solidFill>
                <a:latin typeface="+mj-lt"/>
                <a:ea typeface="+mj-lt"/>
                <a:cs typeface="+mj-lt"/>
              </a:defRPr>
            </a:lvl6pPr>
            <a:lvl7pPr marL="0" indent="0" algn="ctr">
              <a:lnSpc>
                <a:spcPct val="110000"/>
              </a:lnSpc>
              <a:spcBef>
                <a:spcPts val="0"/>
              </a:spcBef>
              <a:spcAft>
                <a:spcPts val="0"/>
              </a:spcAft>
              <a:buNone/>
              <a:defRPr sz="4724" b="1">
                <a:solidFill>
                  <a:schemeClr val="tx1"/>
                </a:solidFill>
                <a:latin typeface="+mj-lt"/>
                <a:ea typeface="+mj-lt"/>
                <a:cs typeface="+mj-lt"/>
              </a:defRPr>
            </a:lvl7pPr>
            <a:lvl8pPr marL="0" indent="0" algn="ctr">
              <a:lnSpc>
                <a:spcPct val="110000"/>
              </a:lnSpc>
              <a:spcBef>
                <a:spcPts val="0"/>
              </a:spcBef>
              <a:spcAft>
                <a:spcPts val="0"/>
              </a:spcAft>
              <a:buNone/>
              <a:defRPr sz="4724" b="1">
                <a:solidFill>
                  <a:schemeClr val="tx1"/>
                </a:solidFill>
                <a:latin typeface="+mj-lt"/>
                <a:ea typeface="+mj-lt"/>
                <a:cs typeface="+mj-lt"/>
              </a:defRPr>
            </a:lvl8pPr>
            <a:lvl9pPr marL="0" indent="0" algn="ctr">
              <a:lnSpc>
                <a:spcPct val="110000"/>
              </a:lnSpc>
              <a:spcBef>
                <a:spcPts val="0"/>
              </a:spcBef>
              <a:spcAft>
                <a:spcPts val="0"/>
              </a:spcAft>
              <a:buNone/>
              <a:defRPr sz="4724"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D283D5-F9DE-4A29-81A2-3242A395AE73}"/>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BB8D4E-E2C9-4D80-BE46-FE2DAD91A3D6}"/>
              </a:ext>
            </a:extLst>
          </p:cNvPr>
          <p:cNvSpPr>
            <a:spLocks xmlns:a="http://schemas.openxmlformats.org/drawingml/2006/main" noGrp="1"/>
          </p:cNvSpPr>
          <p:nvPr>
            <p:ph type="body" idx="1"/>
          </p:nvPr>
        </p:nvSpPr>
        <p:spPr>
          <a:xfrm xmlns:a="http://schemas.openxmlformats.org/drawingml/2006/main">
            <a:off x="771346" y="2142684"/>
            <a:ext cx="12170132"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196686-D198-47B9-9771-73E074F5018B}"/>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181640-0B92-4355-93C1-859384EDFE0B}"/>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3F3FC2-A44D-4D0C-8648-8C00C4EA6E84}"/>
              </a:ext>
            </a:extLst>
          </p:cNvPr>
          <p:cNvSpPr>
            <a:spLocks xmlns:a="http://schemas.openxmlformats.org/drawingml/2006/main" noGrp="1"/>
          </p:cNvSpPr>
          <p:nvPr>
            <p:ph type="body" idx="2"/>
          </p:nvPr>
        </p:nvSpPr>
        <p:spPr>
          <a:xfrm xmlns:a="http://schemas.openxmlformats.org/drawingml/2006/main">
            <a:off x="7284938"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2" b="0">
                <a:solidFill>
                  <a:schemeClr val="tx1"/>
                </a:solidFill>
                <a:latin typeface="+mn-lt"/>
                <a:ea typeface="+mn-lt"/>
                <a:cs typeface="+mn-lt"/>
              </a:defRPr>
            </a:defPPr>
            <a:lvl1pPr marL="257115" indent="-257115" algn="l">
              <a:lnSpc>
                <a:spcPct val="110000"/>
              </a:lnSpc>
              <a:spcBef>
                <a:spcPts val="0"/>
              </a:spcBef>
              <a:spcAft>
                <a:spcPts val="1350"/>
              </a:spcAft>
              <a:buChar char="•"/>
              <a:defRPr sz="2362" b="0">
                <a:solidFill>
                  <a:schemeClr val="tx1"/>
                </a:solidFill>
                <a:latin typeface="+mn-lt"/>
                <a:ea typeface="+mn-lt"/>
                <a:cs typeface="+mn-lt"/>
              </a:defRPr>
            </a:lvl1pPr>
            <a:lvl2pPr marL="599936" indent="-257115" algn="l">
              <a:lnSpc>
                <a:spcPct val="110000"/>
              </a:lnSpc>
              <a:spcBef>
                <a:spcPts val="0"/>
              </a:spcBef>
              <a:spcAft>
                <a:spcPts val="1350"/>
              </a:spcAft>
              <a:buChar char="•"/>
              <a:defRPr sz="2362" b="0">
                <a:solidFill>
                  <a:schemeClr val="tx1"/>
                </a:solidFill>
                <a:latin typeface="+mn-lt"/>
                <a:ea typeface="+mn-lt"/>
                <a:cs typeface="+mn-lt"/>
              </a:defRPr>
            </a:lvl2pPr>
            <a:lvl3pPr marL="942757" indent="-257115" algn="l">
              <a:lnSpc>
                <a:spcPct val="110000"/>
              </a:lnSpc>
              <a:spcBef>
                <a:spcPts val="0"/>
              </a:spcBef>
              <a:spcAft>
                <a:spcPts val="1350"/>
              </a:spcAft>
              <a:buChar char="•"/>
              <a:defRPr sz="2362" b="0">
                <a:solidFill>
                  <a:schemeClr val="tx1"/>
                </a:solidFill>
                <a:latin typeface="+mn-lt"/>
                <a:ea typeface="+mn-lt"/>
                <a:cs typeface="+mn-lt"/>
              </a:defRPr>
            </a:lvl3pPr>
            <a:lvl4pPr marL="1285577" indent="-257115" algn="l">
              <a:lnSpc>
                <a:spcPct val="110000"/>
              </a:lnSpc>
              <a:spcBef>
                <a:spcPts val="0"/>
              </a:spcBef>
              <a:spcAft>
                <a:spcPts val="1350"/>
              </a:spcAft>
              <a:buChar char="•"/>
              <a:defRPr sz="2362" b="0">
                <a:solidFill>
                  <a:schemeClr val="tx1"/>
                </a:solidFill>
                <a:latin typeface="+mn-lt"/>
                <a:ea typeface="+mn-lt"/>
                <a:cs typeface="+mn-lt"/>
              </a:defRPr>
            </a:lvl4pPr>
            <a:lvl5pPr marL="1628398" indent="-257115" algn="l">
              <a:lnSpc>
                <a:spcPct val="110000"/>
              </a:lnSpc>
              <a:spcBef>
                <a:spcPts val="0"/>
              </a:spcBef>
              <a:spcAft>
                <a:spcPts val="1350"/>
              </a:spcAft>
              <a:buChar char="•"/>
              <a:defRPr sz="2362" b="0">
                <a:solidFill>
                  <a:schemeClr val="tx1"/>
                </a:solidFill>
                <a:latin typeface="+mn-lt"/>
                <a:ea typeface="+mn-lt"/>
                <a:cs typeface="+mn-lt"/>
              </a:defRPr>
            </a:lvl5pPr>
            <a:lvl6pPr marL="1971219" indent="-257115" algn="l">
              <a:lnSpc>
                <a:spcPct val="110000"/>
              </a:lnSpc>
              <a:spcBef>
                <a:spcPts val="0"/>
              </a:spcBef>
              <a:spcAft>
                <a:spcPts val="1350"/>
              </a:spcAft>
              <a:buChar char="•"/>
              <a:defRPr sz="2362" b="0">
                <a:solidFill>
                  <a:schemeClr val="tx1"/>
                </a:solidFill>
                <a:latin typeface="+mn-lt"/>
                <a:ea typeface="+mn-lt"/>
                <a:cs typeface="+mn-lt"/>
              </a:defRPr>
            </a:lvl6pPr>
            <a:lvl7pPr marL="2314039" indent="-257115" algn="l">
              <a:lnSpc>
                <a:spcPct val="110000"/>
              </a:lnSpc>
              <a:spcBef>
                <a:spcPts val="0"/>
              </a:spcBef>
              <a:spcAft>
                <a:spcPts val="1350"/>
              </a:spcAft>
              <a:buChar char="•"/>
              <a:defRPr sz="2362" b="0">
                <a:solidFill>
                  <a:schemeClr val="tx1"/>
                </a:solidFill>
                <a:latin typeface="+mn-lt"/>
                <a:ea typeface="+mn-lt"/>
                <a:cs typeface="+mn-lt"/>
              </a:defRPr>
            </a:lvl7pPr>
            <a:lvl8pPr marL="2656860" indent="-257115" algn="l">
              <a:lnSpc>
                <a:spcPct val="110000"/>
              </a:lnSpc>
              <a:spcBef>
                <a:spcPts val="0"/>
              </a:spcBef>
              <a:spcAft>
                <a:spcPts val="1350"/>
              </a:spcAft>
              <a:buChar char="•"/>
              <a:defRPr sz="2362" b="0">
                <a:solidFill>
                  <a:schemeClr val="tx1"/>
                </a:solidFill>
                <a:latin typeface="+mn-lt"/>
                <a:ea typeface="+mn-lt"/>
                <a:cs typeface="+mn-lt"/>
              </a:defRPr>
            </a:lvl8pPr>
            <a:lvl9pPr marL="2999680" indent="-257115" algn="l">
              <a:lnSpc>
                <a:spcPct val="110000"/>
              </a:lnSpc>
              <a:spcBef>
                <a:spcPts val="0"/>
              </a:spcBef>
              <a:spcAft>
                <a:spcPts val="1350"/>
              </a:spcAft>
              <a:buChar char="•"/>
              <a:defRPr sz="2362"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7379F7-A883-4AC7-8C2F-2B1FA5ECB02E}"/>
              </a:ext>
            </a:extLst>
          </p:cNvPr>
          <p:cNvSpPr>
            <a:spLocks xmlns:a="http://schemas.openxmlformats.org/drawingml/2006/main" noGrp="1"/>
          </p:cNvSpPr>
          <p:nvPr>
            <p:ph type="title" idx="0"/>
          </p:nvPr>
        </p:nvSpPr>
        <p:spPr>
          <a:xfrm xmlns:a="http://schemas.openxmlformats.org/drawingml/2006/main">
            <a:off x="771346" y="599952"/>
            <a:ext cx="12170132" cy="9427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2" b="1">
                <a:solidFill>
                  <a:schemeClr val="tx1"/>
                </a:solidFill>
                <a:latin typeface="+mj-lt"/>
                <a:ea typeface="+mj-lt"/>
                <a:cs typeface="+mj-lt"/>
              </a:defRPr>
            </a:defPPr>
            <a:lvl1pPr marL="0" indent="0" algn="l">
              <a:lnSpc>
                <a:spcPct val="110000"/>
              </a:lnSpc>
              <a:spcBef>
                <a:spcPts val="0"/>
              </a:spcBef>
              <a:spcAft>
                <a:spcPts val="0"/>
              </a:spcAft>
              <a:buNone/>
              <a:defRPr sz="3712" b="1">
                <a:solidFill>
                  <a:schemeClr val="tx1"/>
                </a:solidFill>
                <a:latin typeface="+mj-lt"/>
                <a:ea typeface="+mj-lt"/>
                <a:cs typeface="+mj-lt"/>
              </a:defRPr>
            </a:lvl1pPr>
            <a:lvl2pPr marL="0" indent="0" algn="l">
              <a:lnSpc>
                <a:spcPct val="110000"/>
              </a:lnSpc>
              <a:spcBef>
                <a:spcPts val="0"/>
              </a:spcBef>
              <a:spcAft>
                <a:spcPts val="0"/>
              </a:spcAft>
              <a:buNone/>
              <a:defRPr sz="3712" b="1">
                <a:solidFill>
                  <a:schemeClr val="tx1"/>
                </a:solidFill>
                <a:latin typeface="+mj-lt"/>
                <a:ea typeface="+mj-lt"/>
                <a:cs typeface="+mj-lt"/>
              </a:defRPr>
            </a:lvl2pPr>
            <a:lvl3pPr marL="0" indent="0" algn="l">
              <a:lnSpc>
                <a:spcPct val="110000"/>
              </a:lnSpc>
              <a:spcBef>
                <a:spcPts val="0"/>
              </a:spcBef>
              <a:spcAft>
                <a:spcPts val="0"/>
              </a:spcAft>
              <a:buNone/>
              <a:defRPr sz="3712" b="1">
                <a:solidFill>
                  <a:schemeClr val="tx1"/>
                </a:solidFill>
                <a:latin typeface="+mj-lt"/>
                <a:ea typeface="+mj-lt"/>
                <a:cs typeface="+mj-lt"/>
              </a:defRPr>
            </a:lvl3pPr>
            <a:lvl4pPr marL="0" indent="0" algn="l">
              <a:lnSpc>
                <a:spcPct val="110000"/>
              </a:lnSpc>
              <a:spcBef>
                <a:spcPts val="0"/>
              </a:spcBef>
              <a:spcAft>
                <a:spcPts val="0"/>
              </a:spcAft>
              <a:buNone/>
              <a:defRPr sz="3712" b="1">
                <a:solidFill>
                  <a:schemeClr val="tx1"/>
                </a:solidFill>
                <a:latin typeface="+mj-lt"/>
                <a:ea typeface="+mj-lt"/>
                <a:cs typeface="+mj-lt"/>
              </a:defRPr>
            </a:lvl4pPr>
            <a:lvl5pPr marL="0" indent="0" algn="l">
              <a:lnSpc>
                <a:spcPct val="110000"/>
              </a:lnSpc>
              <a:spcBef>
                <a:spcPts val="0"/>
              </a:spcBef>
              <a:spcAft>
                <a:spcPts val="0"/>
              </a:spcAft>
              <a:buNone/>
              <a:defRPr sz="3712" b="1">
                <a:solidFill>
                  <a:schemeClr val="tx1"/>
                </a:solidFill>
                <a:latin typeface="+mj-lt"/>
                <a:ea typeface="+mj-lt"/>
                <a:cs typeface="+mj-lt"/>
              </a:defRPr>
            </a:lvl5pPr>
            <a:lvl6pPr marL="0" indent="0" algn="l">
              <a:lnSpc>
                <a:spcPct val="110000"/>
              </a:lnSpc>
              <a:spcBef>
                <a:spcPts val="0"/>
              </a:spcBef>
              <a:spcAft>
                <a:spcPts val="0"/>
              </a:spcAft>
              <a:buNone/>
              <a:defRPr sz="3712" b="1">
                <a:solidFill>
                  <a:schemeClr val="tx1"/>
                </a:solidFill>
                <a:latin typeface="+mj-lt"/>
                <a:ea typeface="+mj-lt"/>
                <a:cs typeface="+mj-lt"/>
              </a:defRPr>
            </a:lvl6pPr>
            <a:lvl7pPr marL="0" indent="0" algn="l">
              <a:lnSpc>
                <a:spcPct val="110000"/>
              </a:lnSpc>
              <a:spcBef>
                <a:spcPts val="0"/>
              </a:spcBef>
              <a:spcAft>
                <a:spcPts val="0"/>
              </a:spcAft>
              <a:buNone/>
              <a:defRPr sz="3712" b="1">
                <a:solidFill>
                  <a:schemeClr val="tx1"/>
                </a:solidFill>
                <a:latin typeface="+mj-lt"/>
                <a:ea typeface="+mj-lt"/>
                <a:cs typeface="+mj-lt"/>
              </a:defRPr>
            </a:lvl7pPr>
            <a:lvl8pPr marL="0" indent="0" algn="l">
              <a:lnSpc>
                <a:spcPct val="110000"/>
              </a:lnSpc>
              <a:spcBef>
                <a:spcPts val="0"/>
              </a:spcBef>
              <a:spcAft>
                <a:spcPts val="0"/>
              </a:spcAft>
              <a:buNone/>
              <a:defRPr sz="3712" b="1">
                <a:solidFill>
                  <a:schemeClr val="tx1"/>
                </a:solidFill>
                <a:latin typeface="+mj-lt"/>
                <a:ea typeface="+mj-lt"/>
                <a:cs typeface="+mj-lt"/>
              </a:defRPr>
            </a:lvl8pPr>
            <a:lvl9pPr marL="0" indent="0" algn="l">
              <a:lnSpc>
                <a:spcPct val="110000"/>
              </a:lnSpc>
              <a:spcBef>
                <a:spcPts val="0"/>
              </a:spcBef>
              <a:spcAft>
                <a:spcPts val="0"/>
              </a:spcAft>
              <a:buNone/>
              <a:defRPr sz="3712"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9F558B-FE81-4F16-97AF-476639D90DEE}"/>
              </a:ext>
            </a:extLst>
          </p:cNvPr>
          <p:cNvSpPr>
            <a:spLocks xmlns:a="http://schemas.openxmlformats.org/drawingml/2006/main" noGrp="1"/>
          </p:cNvSpPr>
          <p:nvPr>
            <p:ph type="body" idx="1"/>
          </p:nvPr>
        </p:nvSpPr>
        <p:spPr>
          <a:xfrm xmlns:a="http://schemas.openxmlformats.org/drawingml/2006/main">
            <a:off x="771346" y="2142684"/>
            <a:ext cx="5656540" cy="47996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15" indent="-257115" algn="l">
              <a:lnSpc>
                <a:spcPct val="110000"/>
              </a:lnSpc>
              <a:spcBef>
                <a:spcPts val="0"/>
              </a:spcBef>
              <a:spcAft>
                <a:spcPts val="1350"/>
              </a:spcAft>
              <a:buChar char="•"/>
              <a:defRPr sz="2531" b="0">
                <a:solidFill>
                  <a:schemeClr val="tx1"/>
                </a:solidFill>
                <a:latin typeface="+mn-lt"/>
                <a:ea typeface="+mn-lt"/>
                <a:cs typeface="+mn-lt"/>
              </a:defRPr>
            </a:lvl1pPr>
            <a:lvl2pPr marL="599936" indent="-257115" algn="l">
              <a:lnSpc>
                <a:spcPct val="110000"/>
              </a:lnSpc>
              <a:spcBef>
                <a:spcPts val="0"/>
              </a:spcBef>
              <a:spcAft>
                <a:spcPts val="1350"/>
              </a:spcAft>
              <a:buChar char="•"/>
              <a:defRPr sz="2531" b="0">
                <a:solidFill>
                  <a:schemeClr val="tx1"/>
                </a:solidFill>
                <a:latin typeface="+mn-lt"/>
                <a:ea typeface="+mn-lt"/>
                <a:cs typeface="+mn-lt"/>
              </a:defRPr>
            </a:lvl2pPr>
            <a:lvl3pPr marL="942757" indent="-257115" algn="l">
              <a:lnSpc>
                <a:spcPct val="110000"/>
              </a:lnSpc>
              <a:spcBef>
                <a:spcPts val="0"/>
              </a:spcBef>
              <a:spcAft>
                <a:spcPts val="1350"/>
              </a:spcAft>
              <a:buChar char="•"/>
              <a:defRPr sz="2531" b="0">
                <a:solidFill>
                  <a:schemeClr val="tx1"/>
                </a:solidFill>
                <a:latin typeface="+mn-lt"/>
                <a:ea typeface="+mn-lt"/>
                <a:cs typeface="+mn-lt"/>
              </a:defRPr>
            </a:lvl3pPr>
            <a:lvl4pPr marL="1285577" indent="-257115" algn="l">
              <a:lnSpc>
                <a:spcPct val="110000"/>
              </a:lnSpc>
              <a:spcBef>
                <a:spcPts val="0"/>
              </a:spcBef>
              <a:spcAft>
                <a:spcPts val="1350"/>
              </a:spcAft>
              <a:buChar char="•"/>
              <a:defRPr sz="2531" b="0">
                <a:solidFill>
                  <a:schemeClr val="tx1"/>
                </a:solidFill>
                <a:latin typeface="+mn-lt"/>
                <a:ea typeface="+mn-lt"/>
                <a:cs typeface="+mn-lt"/>
              </a:defRPr>
            </a:lvl4pPr>
            <a:lvl5pPr marL="1628398" indent="-257115" algn="l">
              <a:lnSpc>
                <a:spcPct val="110000"/>
              </a:lnSpc>
              <a:spcBef>
                <a:spcPts val="0"/>
              </a:spcBef>
              <a:spcAft>
                <a:spcPts val="1350"/>
              </a:spcAft>
              <a:buChar char="•"/>
              <a:defRPr sz="2531" b="0">
                <a:solidFill>
                  <a:schemeClr val="tx1"/>
                </a:solidFill>
                <a:latin typeface="+mn-lt"/>
                <a:ea typeface="+mn-lt"/>
                <a:cs typeface="+mn-lt"/>
              </a:defRPr>
            </a:lvl5pPr>
            <a:lvl6pPr marL="1971219" indent="-257115" algn="l">
              <a:lnSpc>
                <a:spcPct val="110000"/>
              </a:lnSpc>
              <a:spcBef>
                <a:spcPts val="0"/>
              </a:spcBef>
              <a:spcAft>
                <a:spcPts val="1350"/>
              </a:spcAft>
              <a:buChar char="•"/>
              <a:defRPr sz="2531" b="0">
                <a:solidFill>
                  <a:schemeClr val="tx1"/>
                </a:solidFill>
                <a:latin typeface="+mn-lt"/>
                <a:ea typeface="+mn-lt"/>
                <a:cs typeface="+mn-lt"/>
              </a:defRPr>
            </a:lvl6pPr>
            <a:lvl7pPr marL="2314039" indent="-257115" algn="l">
              <a:lnSpc>
                <a:spcPct val="110000"/>
              </a:lnSpc>
              <a:spcBef>
                <a:spcPts val="0"/>
              </a:spcBef>
              <a:spcAft>
                <a:spcPts val="1350"/>
              </a:spcAft>
              <a:buChar char="•"/>
              <a:defRPr sz="2531" b="0">
                <a:solidFill>
                  <a:schemeClr val="tx1"/>
                </a:solidFill>
                <a:latin typeface="+mn-lt"/>
                <a:ea typeface="+mn-lt"/>
                <a:cs typeface="+mn-lt"/>
              </a:defRPr>
            </a:lvl7pPr>
            <a:lvl8pPr marL="2656860" indent="-257115" algn="l">
              <a:lnSpc>
                <a:spcPct val="110000"/>
              </a:lnSpc>
              <a:spcBef>
                <a:spcPts val="0"/>
              </a:spcBef>
              <a:spcAft>
                <a:spcPts val="1350"/>
              </a:spcAft>
              <a:buChar char="•"/>
              <a:defRPr sz="2531" b="0">
                <a:solidFill>
                  <a:schemeClr val="tx1"/>
                </a:solidFill>
                <a:latin typeface="+mn-lt"/>
                <a:ea typeface="+mn-lt"/>
                <a:cs typeface="+mn-lt"/>
              </a:defRPr>
            </a:lvl8pPr>
            <a:lvl9pPr marL="2999680" indent="-25711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a597fdee1e4710" /><Relationship Type="http://schemas.openxmlformats.org/officeDocument/2006/relationships/slideLayout" Target="/ppt/slideLayouts/slideLayout1.xml" Id="Ra18c1936a8214bc5" /><Relationship Type="http://schemas.openxmlformats.org/officeDocument/2006/relationships/slideLayout" Target="/ppt/slideLayouts/slideLayout2.xml" Id="R3ac10032d949459b" /><Relationship Type="http://schemas.openxmlformats.org/officeDocument/2006/relationships/slideLayout" Target="/ppt/slideLayouts/slideLayout3.xml" Id="Rd935c97ba6b74c17" /><Relationship Type="http://schemas.openxmlformats.org/officeDocument/2006/relationships/slideLayout" Target="/ppt/slideLayouts/slideLayout4.xml" Id="R1d6d5c3d3b8e4804" /><Relationship Type="http://schemas.openxmlformats.org/officeDocument/2006/relationships/slideLayout" Target="/ppt/slideLayouts/slideLayout5.xml" Id="Rd276e0ecab8b45db" /><Relationship Type="http://schemas.openxmlformats.org/officeDocument/2006/relationships/slideLayout" Target="/ppt/slideLayouts/slideLayout6.xml" Id="Rf85092c1302242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8c1936a8214bc5"/>
    <p:sldLayoutId xmlns:r="http://schemas.openxmlformats.org/officeDocument/2006/relationships" id="2147483650" r:id="R3ac10032d949459b"/>
    <p:sldLayoutId xmlns:r="http://schemas.openxmlformats.org/officeDocument/2006/relationships" id="2147483651" r:id="Rd935c97ba6b74c17"/>
    <p:sldLayoutId xmlns:r="http://schemas.openxmlformats.org/officeDocument/2006/relationships" id="2147483652" r:id="R1d6d5c3d3b8e4804"/>
    <p:sldLayoutId xmlns:r="http://schemas.openxmlformats.org/officeDocument/2006/relationships" id="2147483653" r:id="Rd276e0ecab8b45db"/>
    <p:sldLayoutId xmlns:r="http://schemas.openxmlformats.org/officeDocument/2006/relationships" id="2147483654" r:id="Rf85092c1302242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a61a05ce6b84445" /><Relationship Type="http://schemas.openxmlformats.org/officeDocument/2006/relationships/chart" Target="/ppt/slides/charts/chart1.xml" Id="R107792955b2f484d" /><Relationship Type="http://schemas.openxmlformats.org/officeDocument/2006/relationships/notesSlide" Target="/ppt/notesSlides/notesSlide1.xml" Id="R6cb4305afe614a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c4f7d9902e1410b" /><Relationship Type="http://schemas.openxmlformats.org/officeDocument/2006/relationships/notesSlide" Target="/ppt/notesSlides/notesSlide2.xml" Id="R023fcc82579d41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83b3b38f114ff6" /><Relationship Type="http://schemas.openxmlformats.org/officeDocument/2006/relationships/notesSlide" Target="/ppt/notesSlides/notesSlide3.xml" Id="R1863e4108a1647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3c9df25d654cf6" /><Relationship Type="http://schemas.openxmlformats.org/officeDocument/2006/relationships/notesSlide" Target="/ppt/notesSlides/notesSlide4.xml" Id="R6be9a6bb98064f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a774b221f64a8c" /><Relationship Type="http://schemas.openxmlformats.org/officeDocument/2006/relationships/notesSlide" Target="/ppt/notesSlides/notesSlide5.xml" Id="R7c824df325d34a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87be322a3f14f60" /><Relationship Type="http://schemas.openxmlformats.org/officeDocument/2006/relationships/notesSlide" Target="/ppt/notesSlides/notesSlide6.xml" Id="Re7b5a8a6685049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56c715af41d430c" /><Relationship Type="http://schemas.openxmlformats.org/officeDocument/2006/relationships/notesSlide" Target="/ppt/notesSlides/notesSlide7.xml" Id="Rb1fb29c3b65746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ad9a8591334ec4" /><Relationship Type="http://schemas.openxmlformats.org/officeDocument/2006/relationships/notesSlide" Target="/ppt/notesSlides/notesSlide8.xml" Id="R56734c7505e448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849c195477144ca" /><Relationship Type="http://schemas.openxmlformats.org/officeDocument/2006/relationships/notesSlide" Target="/ppt/notesSlides/notesSlide9.xml" Id="Rfb1b37d418334f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0f0dbdfc1b2484a" /><Relationship Type="http://schemas.openxmlformats.org/officeDocument/2006/relationships/notesSlide" Target="/ppt/notesSlides/notesSlide10.xml" Id="R10f29b4a6bb749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5f819cc6a3b422b" /><Relationship Type="http://schemas.openxmlformats.org/officeDocument/2006/relationships/notesSlide" Target="/ppt/notesSlides/notesSlide11.xml" Id="R781577e3f4cc4c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8b03944400e4d60" /><Relationship Type="http://schemas.openxmlformats.org/officeDocument/2006/relationships/notesSlide" Target="/ppt/notesSlides/notesSlide12.xml" Id="Re0b1e86f9af346a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9a4a018ea354ab1" /><Relationship Type="http://schemas.openxmlformats.org/officeDocument/2006/relationships/notesSlide" Target="/ppt/notesSlides/notesSlide13.xml" Id="R7bc29ef47261467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답변 정답률</c:v>
          </c:tx>
          <c:spPr>
            <a:solidFill xmlns:a="http://schemas.openxmlformats.org/drawingml/2006/main">
              <a:srgbClr val="F72585"/>
            </a:solidFill>
          </c:spPr>
          <c:invertIfNegative val="0"/>
          <c:dPt>
            <c:idx val="0"/>
            <c:invertIfNegative val="0"/>
            <c:spPr>
              <a:solidFill xmlns:a="http://schemas.openxmlformats.org/drawingml/2006/main">
                <a:srgbClr val="DCCBD5"/>
              </a:solidFill>
            </c:spPr>
          </c:dPt>
          <c:dPt>
            <c:idx val="1"/>
            <c:invertIfNegative val="0"/>
            <c:spPr>
              <a:solidFill xmlns:a="http://schemas.openxmlformats.org/drawingml/2006/main">
                <a:srgbClr val="F72585"/>
              </a:solidFill>
            </c:spPr>
          </c:dPt>
          <c:dPt>
            <c:idx val="2"/>
            <c:invertIfNegative val="0"/>
            <c:spPr>
              <a:solidFill xmlns:a="http://schemas.openxmlformats.org/drawingml/2006/main">
                <a:srgbClr val="32142F"/>
              </a:solidFill>
            </c:spPr>
          </c:dPt>
          <c:cat>
            <c:strRef>
              <c:f>'Chart Data'!$A$2:$A$4</c:f>
              <c:strCache>
                <c:ptCount val="3"/>
                <c:pt idx="0">
                  <c:v>4B OFF</c:v>
                </c:pt>
                <c:pt idx="1">
                  <c:v>Instruct Q4</c:v>
                </c:pt>
                <c:pt idx="2">
                  <c:v>Instruct Q8</c:v>
                </c:pt>
              </c:strCache>
            </c:strRef>
          </c:cat>
          <c:val>
            <c:numRef>
              <c:f>'Chart Data'!$B$2:$B$4</c:f>
              <c:numCache>
                <c:formatCode>General</c:formatCode>
                <c:ptCount val="3"/>
                <c:pt idx="0">
                  <c:v>62.2</c:v>
                </c:pt>
                <c:pt idx="1">
                  <c:v>77.5</c:v>
                </c:pt>
                <c:pt idx="2">
                  <c:v>78.8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75" b="1">
                  <a:solidFill>
                    <a:srgbClr val="17171A"/>
                  </a:solidFill>
                  <a:latin typeface="굴림"/>
                  <a:ea typeface="굴림"/>
                  <a:cs typeface="굴림"/>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6DCE3"/>
            </a:solidFill>
          </a:ln>
        </c:spPr>
        <c:txPr>
          <a:bodyPr xmlns:a="http://schemas.openxmlformats.org/drawingml/2006/main" anchorCtr="1"/>
          <a:lstStyle xmlns:a="http://schemas.openxmlformats.org/drawingml/2006/main"/>
          <a:p xmlns:a="http://schemas.openxmlformats.org/drawingml/2006/main">
            <a:pPr>
              <a:defRPr sz="1575">
                <a:solidFill>
                  <a:srgbClr val="686B72"/>
                </a:solidFill>
                <a:latin typeface="굴림"/>
                <a:ea typeface="굴림"/>
                <a:cs typeface="굴림"/>
              </a:defRPr>
            </a:pPr>
          </a:p>
        </c:txPr>
        <c:crossAx val="48672768"/>
      </c:catAx>
      <c:valAx>
        <c:axId val="48672768"/>
        <c:scaling>
          <c:orientation val="minMax"/>
          <c:max val="100"/>
          <c:min val="0"/>
        </c:scaling>
        <c:delete val="0"/>
        <c:axPos val="l"/>
        <c:majorGridlines>
          <c:spPr>
            <a:ln xmlns:a="http://schemas.openxmlformats.org/drawingml/2006/main" w="9525">
              <a:solidFill>
                <a:srgbClr val="E6DCE3"/>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686B72"/>
                </a:solidFill>
                <a:latin typeface="굴림"/>
                <a:ea typeface="굴림"/>
                <a:cs typeface="굴림"/>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purpose-1001">
            <a:extLst xmlns:a="http://schemas.openxmlformats.org/drawingml/2006/main">
              <a:ext uri="{FF2B5EF4-FFF2-40B4-BE49-F238E27FC236}">
                <a16:creationId xmlns:a16="http://schemas.microsoft.com/office/drawing/2014/main" id="{AFDE5A3E-2B99-42F2-924E-249ACD1CFDD3}"/>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설계 관점 · 모델 선정</a:t>
            </a:r>
          </a:p>
        </p:txBody>
      </p:sp>
      <p:sp>
        <p:nvSpPr>
          <p:cNvPr id="2" name="purpose-1002">
            <a:extLst xmlns:a="http://schemas.openxmlformats.org/drawingml/2006/main">
              <a:ext uri="{FF2B5EF4-FFF2-40B4-BE49-F238E27FC236}">
                <a16:creationId xmlns:a16="http://schemas.microsoft.com/office/drawing/2014/main" id="{2CA8A768-6929-4973-8E4B-3B6DDC0B8EA2}"/>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상담 품질과 응답 지연을 함께 고려한 선택</a:t>
            </a:r>
          </a:p>
        </p:txBody>
      </p:sp>
      <p:sp>
        <p:nvSpPr>
          <p:cNvPr id="3" name="purpose-1003">
            <a:extLst xmlns:a="http://schemas.openxmlformats.org/drawingml/2006/main">
              <a:ext uri="{FF2B5EF4-FFF2-40B4-BE49-F238E27FC236}">
                <a16:creationId xmlns:a16="http://schemas.microsoft.com/office/drawing/2014/main" id="{7BFF2CDE-A30A-4CA8-B66C-2FF97512EE41}"/>
              </a:ext>
            </a:extLst>
          </p:cNvPr>
          <p:cNvSpPr>
            <a:spLocks xmlns:a="http://schemas.openxmlformats.org/drawingml/2006/main" noGrp="1"/>
          </p:cNvSpPr>
          <p:nvPr/>
        </p:nvSpPr>
        <p:spPr>
          <a:xfrm xmlns:a="http://schemas.openxmlformats.org/drawingml/2006/main">
            <a:off x="619125" y="2047875"/>
            <a:ext cx="12468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2142F"/>
                </a:solidFill>
                <a:latin typeface="굴림"/>
                <a:ea typeface="굴림"/>
                <a:cs typeface="굴림"/>
              </a:defRPr>
            </a:defPPr>
            <a:lvl1pPr algn="l">
              <a:defRPr sz="2175" b="1">
                <a:solidFill>
                  <a:srgbClr val="32142F"/>
                </a:solidFill>
                <a:latin typeface="굴림"/>
                <a:ea typeface="굴림"/>
                <a:cs typeface="굴림"/>
              </a:defRPr>
            </a:lvl1pPr>
            <a:lvl2pPr algn="l">
              <a:defRPr sz="2175" b="1">
                <a:solidFill>
                  <a:srgbClr val="32142F"/>
                </a:solidFill>
                <a:latin typeface="굴림"/>
                <a:ea typeface="굴림"/>
                <a:cs typeface="굴림"/>
              </a:defRPr>
            </a:lvl2pPr>
            <a:lvl3pPr algn="l">
              <a:defRPr sz="2175" b="1">
                <a:solidFill>
                  <a:srgbClr val="32142F"/>
                </a:solidFill>
                <a:latin typeface="굴림"/>
                <a:ea typeface="굴림"/>
                <a:cs typeface="굴림"/>
              </a:defRPr>
            </a:lvl3pPr>
            <a:lvl4pPr algn="l">
              <a:defRPr sz="2175" b="1">
                <a:solidFill>
                  <a:srgbClr val="32142F"/>
                </a:solidFill>
                <a:latin typeface="굴림"/>
                <a:ea typeface="굴림"/>
                <a:cs typeface="굴림"/>
              </a:defRPr>
            </a:lvl4pPr>
            <a:lvl5pPr algn="l">
              <a:defRPr sz="2175" b="1">
                <a:solidFill>
                  <a:srgbClr val="32142F"/>
                </a:solidFill>
                <a:latin typeface="굴림"/>
                <a:ea typeface="굴림"/>
                <a:cs typeface="굴림"/>
              </a:defRPr>
            </a:lvl5pPr>
            <a:lvl6pPr algn="l">
              <a:defRPr sz="2175" b="1">
                <a:solidFill>
                  <a:srgbClr val="32142F"/>
                </a:solidFill>
                <a:latin typeface="굴림"/>
                <a:ea typeface="굴림"/>
                <a:cs typeface="굴림"/>
              </a:defRPr>
            </a:lvl6pPr>
            <a:lvl7pPr algn="l">
              <a:defRPr sz="2175" b="1">
                <a:solidFill>
                  <a:srgbClr val="32142F"/>
                </a:solidFill>
                <a:latin typeface="굴림"/>
                <a:ea typeface="굴림"/>
                <a:cs typeface="굴림"/>
              </a:defRPr>
            </a:lvl7pPr>
            <a:lvl8pPr algn="l">
              <a:defRPr sz="2175" b="1">
                <a:solidFill>
                  <a:srgbClr val="32142F"/>
                </a:solidFill>
                <a:latin typeface="굴림"/>
                <a:ea typeface="굴림"/>
                <a:cs typeface="굴림"/>
              </a:defRPr>
            </a:lvl8pPr>
            <a:lvl9pPr algn="l">
              <a:defRPr sz="2175" b="1">
                <a:solidFill>
                  <a:srgbClr val="32142F"/>
                </a:solidFill>
                <a:latin typeface="굴림"/>
                <a:ea typeface="굴림"/>
                <a:cs typeface="굴림"/>
              </a:defRPr>
            </a:lvl9pPr>
          </a:lstStyle>
          <a:p xmlns:a="http://schemas.openxmlformats.org/drawingml/2006/main">
            <a:pPr algn="l">
              <a:defRPr sz="2175" b="1">
                <a:solidFill>
                  <a:srgbClr val="32142F"/>
                </a:solidFill>
                <a:latin typeface="굴림"/>
                <a:ea typeface="굴림"/>
                <a:cs typeface="굴림"/>
              </a:defRPr>
            </a:pPr>
            <a:r>
              <a:rPr sz="2175" b="1">
                <a:solidFill>
                  <a:srgbClr val="32142F"/>
                </a:solidFill>
                <a:latin typeface="굴림"/>
                <a:ea typeface="굴림"/>
                <a:cs typeface="굴림"/>
              </a:rPr>
              <a:t>같은 문항에서 품질·지연을 비교해 4B Instruct Q4를 선택</a:t>
            </a:r>
          </a:p>
        </p:txBody>
      </p:sp>
      <p:sp>
        <p:nvSpPr>
          <p:cNvPr id="4" name="">
            <a:extLst xmlns:a="http://schemas.openxmlformats.org/drawingml/2006/main">
              <a:ext uri="{FF2B5EF4-FFF2-40B4-BE49-F238E27FC236}">
                <a16:creationId xmlns:a16="http://schemas.microsoft.com/office/drawing/2014/main" id="{217966E7-60E6-4A0A-880F-E4F4A50C4FE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5" name="purpose-1004">
            <a:extLst xmlns:a="http://schemas.openxmlformats.org/drawingml/2006/main">
              <a:ext uri="{FF2B5EF4-FFF2-40B4-BE49-F238E27FC236}">
                <a16:creationId xmlns:a16="http://schemas.microsoft.com/office/drawing/2014/main" id="{97044FBE-1425-41F7-88AA-C7504E713CA6}"/>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6" name="purpose-1005">
            <a:extLst xmlns:a="http://schemas.openxmlformats.org/drawingml/2006/main">
              <a:ext uri="{FF2B5EF4-FFF2-40B4-BE49-F238E27FC236}">
                <a16:creationId xmlns:a16="http://schemas.microsoft.com/office/drawing/2014/main" id="{35861CD5-4DDE-4FD2-ACB9-4A9438A03D58}"/>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01</a:t>
            </a:r>
          </a:p>
        </p:txBody>
      </p:sp>
      <p:sp>
        <p:nvSpPr>
          <p:cNvPr id="7" name="purpose-1006">
            <a:extLst xmlns:a="http://schemas.openxmlformats.org/drawingml/2006/main">
              <a:ext uri="{FF2B5EF4-FFF2-40B4-BE49-F238E27FC236}">
                <a16:creationId xmlns:a16="http://schemas.microsoft.com/office/drawing/2014/main" id="{7C08695D-C15C-4849-B6A3-219823C523D7}"/>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동일 1,300행 품질 비교 · T4 순차 단일 요청 · 전체 서비스 성능과 구분</a:t>
            </a:r>
          </a:p>
        </p:txBody>
      </p:sp>
      <p:sp>
        <p:nvSpPr>
          <p:cNvPr id="8" name="purpose-1007">
            <a:extLst xmlns:a="http://schemas.openxmlformats.org/drawingml/2006/main">
              <a:ext uri="{FF2B5EF4-FFF2-40B4-BE49-F238E27FC236}">
                <a16:creationId xmlns:a16="http://schemas.microsoft.com/office/drawing/2014/main" id="{A0CDAF0C-27A9-432E-9A66-C83BC231738B}"/>
              </a:ext>
            </a:extLst>
          </p:cNvPr>
          <p:cNvSpPr>
            <a:spLocks xmlns:a="http://schemas.openxmlformats.org/drawingml/2006/main" noGrp="1"/>
          </p:cNvSpPr>
          <p:nvPr/>
        </p:nvSpPr>
        <p:spPr>
          <a:xfrm xmlns:a="http://schemas.openxmlformats.org/drawingml/2006/main">
            <a:off x="619125" y="2800350"/>
            <a:ext cx="762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6B72"/>
                </a:solidFill>
                <a:latin typeface="굴림"/>
                <a:ea typeface="굴림"/>
                <a:cs typeface="굴림"/>
              </a:defRPr>
            </a:defPPr>
            <a:lvl1pPr algn="l">
              <a:defRPr sz="1725" b="0">
                <a:solidFill>
                  <a:srgbClr val="686B72"/>
                </a:solidFill>
                <a:latin typeface="굴림"/>
                <a:ea typeface="굴림"/>
                <a:cs typeface="굴림"/>
              </a:defRPr>
            </a:lvl1pPr>
            <a:lvl2pPr algn="l">
              <a:defRPr sz="1725" b="0">
                <a:solidFill>
                  <a:srgbClr val="686B72"/>
                </a:solidFill>
                <a:latin typeface="굴림"/>
                <a:ea typeface="굴림"/>
                <a:cs typeface="굴림"/>
              </a:defRPr>
            </a:lvl2pPr>
            <a:lvl3pPr algn="l">
              <a:defRPr sz="1725" b="0">
                <a:solidFill>
                  <a:srgbClr val="686B72"/>
                </a:solidFill>
                <a:latin typeface="굴림"/>
                <a:ea typeface="굴림"/>
                <a:cs typeface="굴림"/>
              </a:defRPr>
            </a:lvl3pPr>
            <a:lvl4pPr algn="l">
              <a:defRPr sz="1725" b="0">
                <a:solidFill>
                  <a:srgbClr val="686B72"/>
                </a:solidFill>
                <a:latin typeface="굴림"/>
                <a:ea typeface="굴림"/>
                <a:cs typeface="굴림"/>
              </a:defRPr>
            </a:lvl4pPr>
            <a:lvl5pPr algn="l">
              <a:defRPr sz="1725" b="0">
                <a:solidFill>
                  <a:srgbClr val="686B72"/>
                </a:solidFill>
                <a:latin typeface="굴림"/>
                <a:ea typeface="굴림"/>
                <a:cs typeface="굴림"/>
              </a:defRPr>
            </a:lvl5pPr>
            <a:lvl6pPr algn="l">
              <a:defRPr sz="1725" b="0">
                <a:solidFill>
                  <a:srgbClr val="686B72"/>
                </a:solidFill>
                <a:latin typeface="굴림"/>
                <a:ea typeface="굴림"/>
                <a:cs typeface="굴림"/>
              </a:defRPr>
            </a:lvl6pPr>
            <a:lvl7pPr algn="l">
              <a:defRPr sz="1725" b="0">
                <a:solidFill>
                  <a:srgbClr val="686B72"/>
                </a:solidFill>
                <a:latin typeface="굴림"/>
                <a:ea typeface="굴림"/>
                <a:cs typeface="굴림"/>
              </a:defRPr>
            </a:lvl7pPr>
            <a:lvl8pPr algn="l">
              <a:defRPr sz="1725" b="0">
                <a:solidFill>
                  <a:srgbClr val="686B72"/>
                </a:solidFill>
                <a:latin typeface="굴림"/>
                <a:ea typeface="굴림"/>
                <a:cs typeface="굴림"/>
              </a:defRPr>
            </a:lvl8pPr>
            <a:lvl9pPr algn="l">
              <a:defRPr sz="1725" b="0">
                <a:solidFill>
                  <a:srgbClr val="686B72"/>
                </a:solidFill>
                <a:latin typeface="굴림"/>
                <a:ea typeface="굴림"/>
                <a:cs typeface="굴림"/>
              </a:defRPr>
            </a:lvl9pPr>
          </a:lstStyle>
          <a:p xmlns:a="http://schemas.openxmlformats.org/drawingml/2006/main">
            <a:pPr algn="l">
              <a:defRPr sz="1725" b="0">
                <a:solidFill>
                  <a:srgbClr val="686B72"/>
                </a:solidFill>
                <a:latin typeface="굴림"/>
                <a:ea typeface="굴림"/>
                <a:cs typeface="굴림"/>
              </a:defRPr>
            </a:pPr>
            <a:r>
              <a:rPr sz="1725" b="0">
                <a:solidFill>
                  <a:srgbClr val="686B72"/>
                </a:solidFill>
                <a:latin typeface="굴림"/>
                <a:ea typeface="굴림"/>
                <a:cs typeface="굴림"/>
              </a:rPr>
              <a:t>답변 정답률 (%)</a:t>
            </a:r>
          </a:p>
        </p:txBody>
      </p:sp>
      <p:graphicFrame>
        <p:nvGraphicFramePr>
          <p:cNvPr id="9" name="Chart">
            <a:extLst xmlns:a="http://schemas.openxmlformats.org/drawingml/2006/main">
              <a:ext uri="{FF2B5EF4-FFF2-40B4-BE49-F238E27FC236}">
                <a16:creationId xmlns:a16="http://schemas.microsoft.com/office/drawing/2014/main" id="{58F5345F-5E75-4DBF-830D-BD5ED7E6DED6}"/>
              </a:ext>
            </a:extLst>
          </p:cNvPr>
          <p:cNvGraphicFramePr/>
          <p:nvPr/>
        </p:nvGraphicFramePr>
        <p:xfrm>
          <a:off xmlns:a="http://schemas.openxmlformats.org/drawingml/2006/main" x="619125" y="3181350"/>
          <a:ext xmlns:a="http://schemas.openxmlformats.org/drawingml/2006/main" cx="7429500" cy="2876550"/>
        </p:xfrm>
        <a:graphic xmlns:a="http://schemas.openxmlformats.org/drawingml/2006/main">
          <a:graphicData uri="http://schemas.openxmlformats.org/drawingml/2006/chart">
            <c:chart xmlns:r="http://schemas.openxmlformats.org/officeDocument/2006/relationships" xmlns:c="http://schemas.openxmlformats.org/drawingml/2006/chart" r:id="R107792955b2f484d"/>
          </a:graphicData>
        </a:graphic>
      </p:graphicFrame>
      <p:sp>
        <p:nvSpPr>
          <p:cNvPr id="10" name="purpose-1008">
            <a:extLst xmlns:a="http://schemas.openxmlformats.org/drawingml/2006/main">
              <a:ext uri="{FF2B5EF4-FFF2-40B4-BE49-F238E27FC236}">
                <a16:creationId xmlns:a16="http://schemas.microsoft.com/office/drawing/2014/main" id="{16481B47-D0D8-49E7-9E03-76581D6C5170}"/>
              </a:ext>
            </a:extLst>
          </p:cNvPr>
          <p:cNvSpPr>
            <a:spLocks xmlns:a="http://schemas.openxmlformats.org/drawingml/2006/main" noGrp="1"/>
          </p:cNvSpPr>
          <p:nvPr/>
        </p:nvSpPr>
        <p:spPr>
          <a:xfrm xmlns:a="http://schemas.openxmlformats.org/drawingml/2006/main">
            <a:off x="8858250" y="2952750"/>
            <a:ext cx="4095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72585"/>
                </a:solidFill>
                <a:latin typeface="굴림"/>
                <a:ea typeface="굴림"/>
                <a:cs typeface="굴림"/>
              </a:defRPr>
            </a:defPPr>
            <a:lvl1pPr algn="l">
              <a:defRPr sz="3600" b="1">
                <a:solidFill>
                  <a:srgbClr val="F72585"/>
                </a:solidFill>
                <a:latin typeface="굴림"/>
                <a:ea typeface="굴림"/>
                <a:cs typeface="굴림"/>
              </a:defRPr>
            </a:lvl1pPr>
            <a:lvl2pPr algn="l">
              <a:defRPr sz="3600" b="1">
                <a:solidFill>
                  <a:srgbClr val="F72585"/>
                </a:solidFill>
                <a:latin typeface="굴림"/>
                <a:ea typeface="굴림"/>
                <a:cs typeface="굴림"/>
              </a:defRPr>
            </a:lvl2pPr>
            <a:lvl3pPr algn="l">
              <a:defRPr sz="3600" b="1">
                <a:solidFill>
                  <a:srgbClr val="F72585"/>
                </a:solidFill>
                <a:latin typeface="굴림"/>
                <a:ea typeface="굴림"/>
                <a:cs typeface="굴림"/>
              </a:defRPr>
            </a:lvl3pPr>
            <a:lvl4pPr algn="l">
              <a:defRPr sz="3600" b="1">
                <a:solidFill>
                  <a:srgbClr val="F72585"/>
                </a:solidFill>
                <a:latin typeface="굴림"/>
                <a:ea typeface="굴림"/>
                <a:cs typeface="굴림"/>
              </a:defRPr>
            </a:lvl4pPr>
            <a:lvl5pPr algn="l">
              <a:defRPr sz="3600" b="1">
                <a:solidFill>
                  <a:srgbClr val="F72585"/>
                </a:solidFill>
                <a:latin typeface="굴림"/>
                <a:ea typeface="굴림"/>
                <a:cs typeface="굴림"/>
              </a:defRPr>
            </a:lvl5pPr>
            <a:lvl6pPr algn="l">
              <a:defRPr sz="3600" b="1">
                <a:solidFill>
                  <a:srgbClr val="F72585"/>
                </a:solidFill>
                <a:latin typeface="굴림"/>
                <a:ea typeface="굴림"/>
                <a:cs typeface="굴림"/>
              </a:defRPr>
            </a:lvl6pPr>
            <a:lvl7pPr algn="l">
              <a:defRPr sz="3600" b="1">
                <a:solidFill>
                  <a:srgbClr val="F72585"/>
                </a:solidFill>
                <a:latin typeface="굴림"/>
                <a:ea typeface="굴림"/>
                <a:cs typeface="굴림"/>
              </a:defRPr>
            </a:lvl7pPr>
            <a:lvl8pPr algn="l">
              <a:defRPr sz="3600" b="1">
                <a:solidFill>
                  <a:srgbClr val="F72585"/>
                </a:solidFill>
                <a:latin typeface="굴림"/>
                <a:ea typeface="굴림"/>
                <a:cs typeface="굴림"/>
              </a:defRPr>
            </a:lvl8pPr>
            <a:lvl9pPr algn="l">
              <a:defRPr sz="3600" b="1">
                <a:solidFill>
                  <a:srgbClr val="F72585"/>
                </a:solidFill>
                <a:latin typeface="굴림"/>
                <a:ea typeface="굴림"/>
                <a:cs typeface="굴림"/>
              </a:defRPr>
            </a:lvl9pPr>
          </a:lstStyle>
          <a:p xmlns:a="http://schemas.openxmlformats.org/drawingml/2006/main">
            <a:pPr algn="l">
              <a:defRPr sz="3600" b="1">
                <a:solidFill>
                  <a:srgbClr val="F72585"/>
                </a:solidFill>
                <a:latin typeface="굴림"/>
                <a:ea typeface="굴림"/>
                <a:cs typeface="굴림"/>
              </a:defRPr>
            </a:pPr>
            <a:r>
              <a:rPr sz="3600" b="1">
                <a:solidFill>
                  <a:srgbClr val="F72585"/>
                </a:solidFill>
                <a:latin typeface="굴림"/>
                <a:ea typeface="굴림"/>
                <a:cs typeface="굴림"/>
              </a:rPr>
              <a:t>Q4_K_M</a:t>
            </a:r>
          </a:p>
        </p:txBody>
      </p:sp>
      <p:sp>
        <p:nvSpPr>
          <p:cNvPr id="11" name="purpose-1009">
            <a:extLst xmlns:a="http://schemas.openxmlformats.org/drawingml/2006/main">
              <a:ext uri="{FF2B5EF4-FFF2-40B4-BE49-F238E27FC236}">
                <a16:creationId xmlns:a16="http://schemas.microsoft.com/office/drawing/2014/main" id="{45668F7B-41C7-4F3B-88E1-F1DB5D26349E}"/>
              </a:ext>
            </a:extLst>
          </p:cNvPr>
          <p:cNvSpPr>
            <a:spLocks xmlns:a="http://schemas.openxmlformats.org/drawingml/2006/main" noGrp="1"/>
          </p:cNvSpPr>
          <p:nvPr/>
        </p:nvSpPr>
        <p:spPr>
          <a:xfrm xmlns:a="http://schemas.openxmlformats.org/drawingml/2006/main">
            <a:off x="8858250" y="3752850"/>
            <a:ext cx="4095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7171A"/>
                </a:solidFill>
                <a:latin typeface="굴림"/>
                <a:ea typeface="굴림"/>
                <a:cs typeface="굴림"/>
              </a:defRPr>
            </a:defPPr>
            <a:lvl1pPr algn="l">
              <a:defRPr sz="2775" b="1">
                <a:solidFill>
                  <a:srgbClr val="17171A"/>
                </a:solidFill>
                <a:latin typeface="굴림"/>
                <a:ea typeface="굴림"/>
                <a:cs typeface="굴림"/>
              </a:defRPr>
            </a:lvl1pPr>
            <a:lvl2pPr algn="l">
              <a:defRPr sz="2775" b="1">
                <a:solidFill>
                  <a:srgbClr val="17171A"/>
                </a:solidFill>
                <a:latin typeface="굴림"/>
                <a:ea typeface="굴림"/>
                <a:cs typeface="굴림"/>
              </a:defRPr>
            </a:lvl2pPr>
            <a:lvl3pPr algn="l">
              <a:defRPr sz="2775" b="1">
                <a:solidFill>
                  <a:srgbClr val="17171A"/>
                </a:solidFill>
                <a:latin typeface="굴림"/>
                <a:ea typeface="굴림"/>
                <a:cs typeface="굴림"/>
              </a:defRPr>
            </a:lvl3pPr>
            <a:lvl4pPr algn="l">
              <a:defRPr sz="2775" b="1">
                <a:solidFill>
                  <a:srgbClr val="17171A"/>
                </a:solidFill>
                <a:latin typeface="굴림"/>
                <a:ea typeface="굴림"/>
                <a:cs typeface="굴림"/>
              </a:defRPr>
            </a:lvl4pPr>
            <a:lvl5pPr algn="l">
              <a:defRPr sz="2775" b="1">
                <a:solidFill>
                  <a:srgbClr val="17171A"/>
                </a:solidFill>
                <a:latin typeface="굴림"/>
                <a:ea typeface="굴림"/>
                <a:cs typeface="굴림"/>
              </a:defRPr>
            </a:lvl5pPr>
            <a:lvl6pPr algn="l">
              <a:defRPr sz="2775" b="1">
                <a:solidFill>
                  <a:srgbClr val="17171A"/>
                </a:solidFill>
                <a:latin typeface="굴림"/>
                <a:ea typeface="굴림"/>
                <a:cs typeface="굴림"/>
              </a:defRPr>
            </a:lvl6pPr>
            <a:lvl7pPr algn="l">
              <a:defRPr sz="2775" b="1">
                <a:solidFill>
                  <a:srgbClr val="17171A"/>
                </a:solidFill>
                <a:latin typeface="굴림"/>
                <a:ea typeface="굴림"/>
                <a:cs typeface="굴림"/>
              </a:defRPr>
            </a:lvl7pPr>
            <a:lvl8pPr algn="l">
              <a:defRPr sz="2775" b="1">
                <a:solidFill>
                  <a:srgbClr val="17171A"/>
                </a:solidFill>
                <a:latin typeface="굴림"/>
                <a:ea typeface="굴림"/>
                <a:cs typeface="굴림"/>
              </a:defRPr>
            </a:lvl8pPr>
            <a:lvl9pPr algn="l">
              <a:defRPr sz="2775" b="1">
                <a:solidFill>
                  <a:srgbClr val="17171A"/>
                </a:solidFill>
                <a:latin typeface="굴림"/>
                <a:ea typeface="굴림"/>
                <a:cs typeface="굴림"/>
              </a:defRPr>
            </a:lvl9pPr>
          </a:lstStyle>
          <a:p xmlns:a="http://schemas.openxmlformats.org/drawingml/2006/main">
            <a:pPr algn="l">
              <a:defRPr sz="2775" b="1">
                <a:solidFill>
                  <a:srgbClr val="17171A"/>
                </a:solidFill>
                <a:latin typeface="굴림"/>
                <a:ea typeface="굴림"/>
                <a:cs typeface="굴림"/>
              </a:defRPr>
            </a:pPr>
            <a:r>
              <a:rPr sz="2775" b="1">
                <a:solidFill>
                  <a:srgbClr val="17171A"/>
                </a:solidFill>
                <a:latin typeface="굴림"/>
                <a:ea typeface="굴림"/>
                <a:cs typeface="굴림"/>
              </a:rPr>
              <a:t>평균 2.61초</a:t>
            </a:r>
          </a:p>
        </p:txBody>
      </p:sp>
      <p:sp>
        <p:nvSpPr>
          <p:cNvPr id="12" name="purpose-1010">
            <a:extLst xmlns:a="http://schemas.openxmlformats.org/drawingml/2006/main">
              <a:ext uri="{FF2B5EF4-FFF2-40B4-BE49-F238E27FC236}">
                <a16:creationId xmlns:a16="http://schemas.microsoft.com/office/drawing/2014/main" id="{EBBB395D-3420-4EFB-8F1A-103A7CDBA48A}"/>
              </a:ext>
            </a:extLst>
          </p:cNvPr>
          <p:cNvSpPr>
            <a:spLocks xmlns:a="http://schemas.openxmlformats.org/drawingml/2006/main" noGrp="1"/>
          </p:cNvSpPr>
          <p:nvPr/>
        </p:nvSpPr>
        <p:spPr>
          <a:xfrm xmlns:a="http://schemas.openxmlformats.org/drawingml/2006/main">
            <a:off x="8858250" y="4543425"/>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Q8은 3.49초</a:t>
            </a:r>
          </a:p>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정답률 차이 1.3%p는</a:t>
            </a:r>
          </a:p>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유의하지 않음 (p=0.22)</a:t>
            </a:r>
          </a:p>
        </p:txBody>
      </p:sp>
      <p:sp>
        <p:nvSpPr>
          <p:cNvPr id="13" name="purpose-1011">
            <a:extLst xmlns:a="http://schemas.openxmlformats.org/drawingml/2006/main">
              <a:ext uri="{FF2B5EF4-FFF2-40B4-BE49-F238E27FC236}">
                <a16:creationId xmlns:a16="http://schemas.microsoft.com/office/drawing/2014/main" id="{3D2B19B7-1E37-4FFB-B9B2-157A59425E2B}"/>
              </a:ext>
            </a:extLst>
          </p:cNvPr>
          <p:cNvSpPr>
            <a:spLocks xmlns:a="http://schemas.openxmlformats.org/drawingml/2006/main" noGrp="1"/>
          </p:cNvSpPr>
          <p:nvPr/>
        </p:nvSpPr>
        <p:spPr>
          <a:xfrm xmlns:a="http://schemas.openxmlformats.org/drawingml/2006/main">
            <a:off x="619125" y="6105525"/>
            <a:ext cx="12468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Instruct 전환 시 환각률도 22.8%에서 26.2%로 증가해 별도 제어 필요</a:t>
            </a:r>
          </a:p>
        </p:txBody>
      </p:sp>
    </p:spTree>
    <p:extLst>
      <p:ext uri="{BB962C8B-B14F-4D97-AF65-F5344CB8AC3E}">
        <p14:creationId xmlns:p14="http://schemas.microsoft.com/office/powerpoint/2010/main" val="1565852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urpose-1012">
            <a:extLst xmlns:a="http://schemas.openxmlformats.org/drawingml/2006/main">
              <a:ext uri="{FF2B5EF4-FFF2-40B4-BE49-F238E27FC236}">
                <a16:creationId xmlns:a16="http://schemas.microsoft.com/office/drawing/2014/main" id="{771D1168-305C-42B6-B330-B9C12E189AC8}"/>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설계 관점 · 정확도</a:t>
            </a:r>
          </a:p>
        </p:txBody>
      </p:sp>
      <p:sp>
        <p:nvSpPr>
          <p:cNvPr id="2" name="purpose-1013">
            <a:extLst xmlns:a="http://schemas.openxmlformats.org/drawingml/2006/main">
              <a:ext uri="{FF2B5EF4-FFF2-40B4-BE49-F238E27FC236}">
                <a16:creationId xmlns:a16="http://schemas.microsoft.com/office/drawing/2014/main" id="{005F3F28-C82C-4AFE-AA7C-AF8F1F32B525}"/>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복합·생략 질문의 의도를 빠짐없이 처리</a:t>
            </a:r>
          </a:p>
        </p:txBody>
      </p:sp>
      <p:sp>
        <p:nvSpPr>
          <p:cNvPr id="3" name="purpose-1014">
            <a:extLst xmlns:a="http://schemas.openxmlformats.org/drawingml/2006/main">
              <a:ext uri="{FF2B5EF4-FFF2-40B4-BE49-F238E27FC236}">
                <a16:creationId xmlns:a16="http://schemas.microsoft.com/office/drawing/2014/main" id="{6CB36146-BD74-4B25-9490-6D68923D0716}"/>
              </a:ext>
            </a:extLst>
          </p:cNvPr>
          <p:cNvSpPr>
            <a:spLocks xmlns:a="http://schemas.openxmlformats.org/drawingml/2006/main" noGrp="1"/>
          </p:cNvSpPr>
          <p:nvPr/>
        </p:nvSpPr>
        <p:spPr>
          <a:xfrm xmlns:a="http://schemas.openxmlformats.org/drawingml/2006/main">
            <a:off x="619125" y="2047875"/>
            <a:ext cx="12468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2142F"/>
                </a:solidFill>
                <a:latin typeface="굴림"/>
                <a:ea typeface="굴림"/>
                <a:cs typeface="굴림"/>
              </a:defRPr>
            </a:defPPr>
            <a:lvl1pPr algn="l">
              <a:defRPr sz="2175" b="1">
                <a:solidFill>
                  <a:srgbClr val="32142F"/>
                </a:solidFill>
                <a:latin typeface="굴림"/>
                <a:ea typeface="굴림"/>
                <a:cs typeface="굴림"/>
              </a:defRPr>
            </a:lvl1pPr>
            <a:lvl2pPr algn="l">
              <a:defRPr sz="2175" b="1">
                <a:solidFill>
                  <a:srgbClr val="32142F"/>
                </a:solidFill>
                <a:latin typeface="굴림"/>
                <a:ea typeface="굴림"/>
                <a:cs typeface="굴림"/>
              </a:defRPr>
            </a:lvl2pPr>
            <a:lvl3pPr algn="l">
              <a:defRPr sz="2175" b="1">
                <a:solidFill>
                  <a:srgbClr val="32142F"/>
                </a:solidFill>
                <a:latin typeface="굴림"/>
                <a:ea typeface="굴림"/>
                <a:cs typeface="굴림"/>
              </a:defRPr>
            </a:lvl3pPr>
            <a:lvl4pPr algn="l">
              <a:defRPr sz="2175" b="1">
                <a:solidFill>
                  <a:srgbClr val="32142F"/>
                </a:solidFill>
                <a:latin typeface="굴림"/>
                <a:ea typeface="굴림"/>
                <a:cs typeface="굴림"/>
              </a:defRPr>
            </a:lvl4pPr>
            <a:lvl5pPr algn="l">
              <a:defRPr sz="2175" b="1">
                <a:solidFill>
                  <a:srgbClr val="32142F"/>
                </a:solidFill>
                <a:latin typeface="굴림"/>
                <a:ea typeface="굴림"/>
                <a:cs typeface="굴림"/>
              </a:defRPr>
            </a:lvl5pPr>
            <a:lvl6pPr algn="l">
              <a:defRPr sz="2175" b="1">
                <a:solidFill>
                  <a:srgbClr val="32142F"/>
                </a:solidFill>
                <a:latin typeface="굴림"/>
                <a:ea typeface="굴림"/>
                <a:cs typeface="굴림"/>
              </a:defRPr>
            </a:lvl6pPr>
            <a:lvl7pPr algn="l">
              <a:defRPr sz="2175" b="1">
                <a:solidFill>
                  <a:srgbClr val="32142F"/>
                </a:solidFill>
                <a:latin typeface="굴림"/>
                <a:ea typeface="굴림"/>
                <a:cs typeface="굴림"/>
              </a:defRPr>
            </a:lvl7pPr>
            <a:lvl8pPr algn="l">
              <a:defRPr sz="2175" b="1">
                <a:solidFill>
                  <a:srgbClr val="32142F"/>
                </a:solidFill>
                <a:latin typeface="굴림"/>
                <a:ea typeface="굴림"/>
                <a:cs typeface="굴림"/>
              </a:defRPr>
            </a:lvl8pPr>
            <a:lvl9pPr algn="l">
              <a:defRPr sz="2175" b="1">
                <a:solidFill>
                  <a:srgbClr val="32142F"/>
                </a:solidFill>
                <a:latin typeface="굴림"/>
                <a:ea typeface="굴림"/>
                <a:cs typeface="굴림"/>
              </a:defRPr>
            </a:lvl9pPr>
          </a:lstStyle>
          <a:p xmlns:a="http://schemas.openxmlformats.org/drawingml/2006/main">
            <a:pPr algn="l">
              <a:defRPr sz="2175" b="1">
                <a:solidFill>
                  <a:srgbClr val="32142F"/>
                </a:solidFill>
                <a:latin typeface="굴림"/>
                <a:ea typeface="굴림"/>
                <a:cs typeface="굴림"/>
              </a:defRPr>
            </a:pPr>
            <a:r>
              <a:rPr sz="2175" b="1">
                <a:solidFill>
                  <a:srgbClr val="32142F"/>
                </a:solidFill>
                <a:latin typeface="굴림"/>
                <a:ea typeface="굴림"/>
                <a:cs typeface="굴림"/>
              </a:rPr>
              <a:t>질문 일부를 놓치거나, 생략된 대상을 잘못 짚는 문제에 대응</a:t>
            </a:r>
          </a:p>
        </p:txBody>
      </p:sp>
      <p:sp>
        <p:nvSpPr>
          <p:cNvPr id="4" name="">
            <a:extLst xmlns:a="http://schemas.openxmlformats.org/drawingml/2006/main">
              <a:ext uri="{FF2B5EF4-FFF2-40B4-BE49-F238E27FC236}">
                <a16:creationId xmlns:a16="http://schemas.microsoft.com/office/drawing/2014/main" id="{988A1F03-F78E-42B4-8D82-D615EF8D9B52}"/>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5" name="purpose-1015">
            <a:extLst xmlns:a="http://schemas.openxmlformats.org/drawingml/2006/main">
              <a:ext uri="{FF2B5EF4-FFF2-40B4-BE49-F238E27FC236}">
                <a16:creationId xmlns:a16="http://schemas.microsoft.com/office/drawing/2014/main" id="{0436A3BB-BA1C-4944-A489-D1FD4BCDC794}"/>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6" name="purpose-1016">
            <a:extLst xmlns:a="http://schemas.openxmlformats.org/drawingml/2006/main">
              <a:ext uri="{FF2B5EF4-FFF2-40B4-BE49-F238E27FC236}">
                <a16:creationId xmlns:a16="http://schemas.microsoft.com/office/drawing/2014/main" id="{C530FA6F-2C71-4AF6-BB36-6680BC89D2B0}"/>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02</a:t>
            </a:r>
          </a:p>
        </p:txBody>
      </p:sp>
      <p:sp>
        <p:nvSpPr>
          <p:cNvPr id="7" name="purpose-1017">
            <a:extLst xmlns:a="http://schemas.openxmlformats.org/drawingml/2006/main">
              <a:ext uri="{FF2B5EF4-FFF2-40B4-BE49-F238E27FC236}">
                <a16:creationId xmlns:a16="http://schemas.microsoft.com/office/drawing/2014/main" id="{2DCA36BB-5A3C-4416-9265-3B55968D1D01}"/>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분리 성공은 복합 질문 100건의 보조 지표 · 최종 답변 정답률과 구분 · 사람 검수 전</a:t>
            </a:r>
          </a:p>
        </p:txBody>
      </p:sp>
      <p:graphicFrame>
        <p:nvGraphicFramePr>
          <p:cNvPr id="8" name="">
            <a:extLst xmlns:a="http://schemas.openxmlformats.org/drawingml/2006/main">
              <a:ext uri="{FF2B5EF4-FFF2-40B4-BE49-F238E27FC236}">
                <a16:creationId xmlns:a16="http://schemas.microsoft.com/office/drawing/2014/main" id="{390E5C0D-1984-45CD-B8EA-4D1CA1AB613E}"/>
              </a:ext>
            </a:extLst>
          </p:cNvPr>
          <p:cNvGraphicFramePr/>
          <p:nvPr/>
        </p:nvGraphicFramePr>
        <p:xfrm>
          <a:off xmlns:a="http://schemas.openxmlformats.org/drawingml/2006/main" x="619125" y="2914650"/>
          <a:ext xmlns:a="http://schemas.openxmlformats.org/drawingml/2006/main" cx="12468225" cy="2085975"/>
        </p:xfrm>
        <a:graphic xmlns:a="http://schemas.openxmlformats.org/drawingml/2006/main">
          <a:graphicData uri="http://schemas.openxmlformats.org/drawingml/2006/table">
            <a:tbl>
              <a:tblPr/>
              <a:tblGrid>
                <a:gridCol w="4000500"/>
                <a:gridCol w="5048250"/>
                <a:gridCol w="3419475"/>
              </a:tblGrid>
              <a:tr h="695325">
                <a:tc>
                  <a:txBody>
                    <a:bodyPr>
                      <a:noAutofit/>
                    </a:bodyPr>
                    <a:lstStyle/>
                    <a:p>
                      <a:r>
                        <a:rPr sz="2025" b="1">
                          <a:solidFill>
                            <a:srgbClr val="FFFFFF"/>
                          </a:solidFill>
                          <a:latin typeface="굴림"/>
                          <a:ea typeface="굴림"/>
                          <a:cs typeface="굴림"/>
                        </a:rPr>
                        <a:t>방해 요인</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도입한 로직</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025" b="1">
                          <a:solidFill>
                            <a:srgbClr val="FFFFFF"/>
                          </a:solidFill>
                          <a:latin typeface="굴림"/>
                          <a:ea typeface="굴림"/>
                          <a:cs typeface="굴림"/>
                        </a:rPr>
                        <a:t>답변에 반영</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95325">
                <a:tc>
                  <a:txBody>
                    <a:bodyPr>
                      <a:noAutofit/>
                    </a:bodyPr>
                    <a:lstStyle/>
                    <a:p>
                      <a:r>
                        <a:rPr sz="2025" b="1">
                          <a:solidFill>
                            <a:srgbClr val="F72585"/>
                          </a:solidFill>
                          <a:latin typeface="굴림"/>
                          <a:ea typeface="굴림"/>
                          <a:cs typeface="굴림"/>
                        </a:rPr>
                        <a:t>한 메시지의 여러 질문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최대 3개로 나눠 각각 검색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2025" b="0">
                          <a:solidFill>
                            <a:srgbClr val="17171A"/>
                          </a:solidFill>
                          <a:latin typeface="굴림"/>
                          <a:ea typeface="굴림"/>
                          <a:cs typeface="굴림"/>
                        </a:rPr>
                        <a:t>가능한 부분만 답변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95325">
                <a:tc>
                  <a:txBody>
                    <a:bodyPr>
                      <a:noAutofit/>
                    </a:bodyPr>
                    <a:lstStyle/>
                    <a:p>
                      <a:r>
                        <a:rPr sz="2025" b="1">
                          <a:solidFill>
                            <a:srgbClr val="F72585"/>
                          </a:solidFill>
                          <a:latin typeface="굴림"/>
                          <a:ea typeface="굴림"/>
                          <a:cs typeface="굴림"/>
                        </a:rPr>
                        <a:t>생략된 대상·조건</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이전 대화로 맥락 보완</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2025" b="0">
                          <a:solidFill>
                            <a:srgbClr val="17171A"/>
                          </a:solidFill>
                          <a:latin typeface="굴림"/>
                          <a:ea typeface="굴림"/>
                          <a:cs typeface="굴림"/>
                        </a:rPr>
                        <a:t>“그거”, “~은요?” 해석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9" name="purpose-1018">
            <a:extLst xmlns:a="http://schemas.openxmlformats.org/drawingml/2006/main">
              <a:ext uri="{FF2B5EF4-FFF2-40B4-BE49-F238E27FC236}">
                <a16:creationId xmlns:a16="http://schemas.microsoft.com/office/drawing/2014/main" id="{76062A36-9E7D-4EEE-8960-A425BB056AE5}"/>
              </a:ext>
            </a:extLst>
          </p:cNvPr>
          <p:cNvSpPr>
            <a:spLocks xmlns:a="http://schemas.openxmlformats.org/drawingml/2006/main" noGrp="1"/>
          </p:cNvSpPr>
          <p:nvPr/>
        </p:nvSpPr>
        <p:spPr>
          <a:xfrm xmlns:a="http://schemas.openxmlformats.org/drawingml/2006/main">
            <a:off x="619125" y="5410200"/>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F72585"/>
                </a:solidFill>
                <a:latin typeface="굴림"/>
                <a:ea typeface="굴림"/>
                <a:cs typeface="굴림"/>
              </a:defRPr>
            </a:defPPr>
            <a:lvl1pPr algn="l">
              <a:defRPr sz="3975" b="1">
                <a:solidFill>
                  <a:srgbClr val="F72585"/>
                </a:solidFill>
                <a:latin typeface="굴림"/>
                <a:ea typeface="굴림"/>
                <a:cs typeface="굴림"/>
              </a:defRPr>
            </a:lvl1pPr>
            <a:lvl2pPr algn="l">
              <a:defRPr sz="3975" b="1">
                <a:solidFill>
                  <a:srgbClr val="F72585"/>
                </a:solidFill>
                <a:latin typeface="굴림"/>
                <a:ea typeface="굴림"/>
                <a:cs typeface="굴림"/>
              </a:defRPr>
            </a:lvl2pPr>
            <a:lvl3pPr algn="l">
              <a:defRPr sz="3975" b="1">
                <a:solidFill>
                  <a:srgbClr val="F72585"/>
                </a:solidFill>
                <a:latin typeface="굴림"/>
                <a:ea typeface="굴림"/>
                <a:cs typeface="굴림"/>
              </a:defRPr>
            </a:lvl3pPr>
            <a:lvl4pPr algn="l">
              <a:defRPr sz="3975" b="1">
                <a:solidFill>
                  <a:srgbClr val="F72585"/>
                </a:solidFill>
                <a:latin typeface="굴림"/>
                <a:ea typeface="굴림"/>
                <a:cs typeface="굴림"/>
              </a:defRPr>
            </a:lvl4pPr>
            <a:lvl5pPr algn="l">
              <a:defRPr sz="3975" b="1">
                <a:solidFill>
                  <a:srgbClr val="F72585"/>
                </a:solidFill>
                <a:latin typeface="굴림"/>
                <a:ea typeface="굴림"/>
                <a:cs typeface="굴림"/>
              </a:defRPr>
            </a:lvl5pPr>
            <a:lvl6pPr algn="l">
              <a:defRPr sz="3975" b="1">
                <a:solidFill>
                  <a:srgbClr val="F72585"/>
                </a:solidFill>
                <a:latin typeface="굴림"/>
                <a:ea typeface="굴림"/>
                <a:cs typeface="굴림"/>
              </a:defRPr>
            </a:lvl6pPr>
            <a:lvl7pPr algn="l">
              <a:defRPr sz="3975" b="1">
                <a:solidFill>
                  <a:srgbClr val="F72585"/>
                </a:solidFill>
                <a:latin typeface="굴림"/>
                <a:ea typeface="굴림"/>
                <a:cs typeface="굴림"/>
              </a:defRPr>
            </a:lvl7pPr>
            <a:lvl8pPr algn="l">
              <a:defRPr sz="3975" b="1">
                <a:solidFill>
                  <a:srgbClr val="F72585"/>
                </a:solidFill>
                <a:latin typeface="굴림"/>
                <a:ea typeface="굴림"/>
                <a:cs typeface="굴림"/>
              </a:defRPr>
            </a:lvl8pPr>
            <a:lvl9pPr algn="l">
              <a:defRPr sz="3975" b="1">
                <a:solidFill>
                  <a:srgbClr val="F72585"/>
                </a:solidFill>
                <a:latin typeface="굴림"/>
                <a:ea typeface="굴림"/>
                <a:cs typeface="굴림"/>
              </a:defRPr>
            </a:lvl9pPr>
          </a:lstStyle>
          <a:p xmlns:a="http://schemas.openxmlformats.org/drawingml/2006/main">
            <a:pPr algn="l">
              <a:defRPr sz="3975" b="1">
                <a:solidFill>
                  <a:srgbClr val="F72585"/>
                </a:solidFill>
                <a:latin typeface="굴림"/>
                <a:ea typeface="굴림"/>
                <a:cs typeface="굴림"/>
              </a:defRPr>
            </a:pPr>
            <a:r>
              <a:rPr sz="3975" b="1">
                <a:solidFill>
                  <a:srgbClr val="F72585"/>
                </a:solidFill>
                <a:latin typeface="굴림"/>
                <a:ea typeface="굴림"/>
                <a:cs typeface="굴림"/>
              </a:rPr>
              <a:t>90 / 100</a:t>
            </a:r>
          </a:p>
        </p:txBody>
      </p:sp>
      <p:sp>
        <p:nvSpPr>
          <p:cNvPr id="10" name="purpose-1019">
            <a:extLst xmlns:a="http://schemas.openxmlformats.org/drawingml/2006/main">
              <a:ext uri="{FF2B5EF4-FFF2-40B4-BE49-F238E27FC236}">
                <a16:creationId xmlns:a16="http://schemas.microsoft.com/office/drawing/2014/main" id="{9EEDFFAF-56E7-4ED2-8917-964AFCA2BEA2}"/>
              </a:ext>
            </a:extLst>
          </p:cNvPr>
          <p:cNvSpPr>
            <a:spLocks xmlns:a="http://schemas.openxmlformats.org/drawingml/2006/main" noGrp="1"/>
          </p:cNvSpPr>
          <p:nvPr/>
        </p:nvSpPr>
        <p:spPr>
          <a:xfrm xmlns:a="http://schemas.openxmlformats.org/drawingml/2006/main">
            <a:off x="5629275" y="5524500"/>
            <a:ext cx="742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검색어만 출력하도록 단순화한 뒤 분리 성공</a:t>
            </a:r>
          </a:p>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원문 보존 칸 + 검색어 출력은 69 / 100</a:t>
            </a:r>
          </a:p>
        </p:txBody>
      </p:sp>
    </p:spTree>
    <p:extLst>
      <p:ext uri="{BB962C8B-B14F-4D97-AF65-F5344CB8AC3E}">
        <p14:creationId xmlns:p14="http://schemas.microsoft.com/office/powerpoint/2010/main" val="16150230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purpose-1020">
            <a:extLst xmlns:a="http://schemas.openxmlformats.org/drawingml/2006/main">
              <a:ext uri="{FF2B5EF4-FFF2-40B4-BE49-F238E27FC236}">
                <a16:creationId xmlns:a16="http://schemas.microsoft.com/office/drawing/2014/main" id="{A618BDC4-31AD-421A-B4D5-4396E99815A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설계 관점 · 임베딩 정확도 · 검색 입력</a:t>
            </a:r>
          </a:p>
        </p:txBody>
      </p:sp>
      <p:sp>
        <p:nvSpPr>
          <p:cNvPr id="2" name="purpose-1021">
            <a:extLst xmlns:a="http://schemas.openxmlformats.org/drawingml/2006/main">
              <a:ext uri="{FF2B5EF4-FFF2-40B4-BE49-F238E27FC236}">
                <a16:creationId xmlns:a16="http://schemas.microsoft.com/office/drawing/2014/main" id="{F0E68F62-5824-48D4-BAE0-7E742616D514}"/>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질문에 맞는 FAQ를 찾기 위한 검색 입력</a:t>
            </a:r>
          </a:p>
        </p:txBody>
      </p:sp>
      <p:sp>
        <p:nvSpPr>
          <p:cNvPr id="3" name="purpose-1022">
            <a:extLst xmlns:a="http://schemas.openxmlformats.org/drawingml/2006/main">
              <a:ext uri="{FF2B5EF4-FFF2-40B4-BE49-F238E27FC236}">
                <a16:creationId xmlns:a16="http://schemas.microsoft.com/office/drawing/2014/main" id="{E11ED98C-3594-484E-B306-35E98370D0C3}"/>
              </a:ext>
            </a:extLst>
          </p:cNvPr>
          <p:cNvSpPr>
            <a:spLocks xmlns:a="http://schemas.openxmlformats.org/drawingml/2006/main" noGrp="1"/>
          </p:cNvSpPr>
          <p:nvPr/>
        </p:nvSpPr>
        <p:spPr>
          <a:xfrm xmlns:a="http://schemas.openxmlformats.org/drawingml/2006/main">
            <a:off x="619125" y="2047875"/>
            <a:ext cx="12468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2142F"/>
                </a:solidFill>
                <a:latin typeface="굴림"/>
                <a:ea typeface="굴림"/>
                <a:cs typeface="굴림"/>
              </a:defRPr>
            </a:defPPr>
            <a:lvl1pPr algn="l">
              <a:defRPr sz="2175" b="1">
                <a:solidFill>
                  <a:srgbClr val="32142F"/>
                </a:solidFill>
                <a:latin typeface="굴림"/>
                <a:ea typeface="굴림"/>
                <a:cs typeface="굴림"/>
              </a:defRPr>
            </a:lvl1pPr>
            <a:lvl2pPr algn="l">
              <a:defRPr sz="2175" b="1">
                <a:solidFill>
                  <a:srgbClr val="32142F"/>
                </a:solidFill>
                <a:latin typeface="굴림"/>
                <a:ea typeface="굴림"/>
                <a:cs typeface="굴림"/>
              </a:defRPr>
            </a:lvl2pPr>
            <a:lvl3pPr algn="l">
              <a:defRPr sz="2175" b="1">
                <a:solidFill>
                  <a:srgbClr val="32142F"/>
                </a:solidFill>
                <a:latin typeface="굴림"/>
                <a:ea typeface="굴림"/>
                <a:cs typeface="굴림"/>
              </a:defRPr>
            </a:lvl3pPr>
            <a:lvl4pPr algn="l">
              <a:defRPr sz="2175" b="1">
                <a:solidFill>
                  <a:srgbClr val="32142F"/>
                </a:solidFill>
                <a:latin typeface="굴림"/>
                <a:ea typeface="굴림"/>
                <a:cs typeface="굴림"/>
              </a:defRPr>
            </a:lvl4pPr>
            <a:lvl5pPr algn="l">
              <a:defRPr sz="2175" b="1">
                <a:solidFill>
                  <a:srgbClr val="32142F"/>
                </a:solidFill>
                <a:latin typeface="굴림"/>
                <a:ea typeface="굴림"/>
                <a:cs typeface="굴림"/>
              </a:defRPr>
            </a:lvl5pPr>
            <a:lvl6pPr algn="l">
              <a:defRPr sz="2175" b="1">
                <a:solidFill>
                  <a:srgbClr val="32142F"/>
                </a:solidFill>
                <a:latin typeface="굴림"/>
                <a:ea typeface="굴림"/>
                <a:cs typeface="굴림"/>
              </a:defRPr>
            </a:lvl6pPr>
            <a:lvl7pPr algn="l">
              <a:defRPr sz="2175" b="1">
                <a:solidFill>
                  <a:srgbClr val="32142F"/>
                </a:solidFill>
                <a:latin typeface="굴림"/>
                <a:ea typeface="굴림"/>
                <a:cs typeface="굴림"/>
              </a:defRPr>
            </a:lvl7pPr>
            <a:lvl8pPr algn="l">
              <a:defRPr sz="2175" b="1">
                <a:solidFill>
                  <a:srgbClr val="32142F"/>
                </a:solidFill>
                <a:latin typeface="굴림"/>
                <a:ea typeface="굴림"/>
                <a:cs typeface="굴림"/>
              </a:defRPr>
            </a:lvl8pPr>
            <a:lvl9pPr algn="l">
              <a:defRPr sz="2175" b="1">
                <a:solidFill>
                  <a:srgbClr val="32142F"/>
                </a:solidFill>
                <a:latin typeface="굴림"/>
                <a:ea typeface="굴림"/>
                <a:cs typeface="굴림"/>
              </a:defRPr>
            </a:lvl9pPr>
          </a:lstStyle>
          <a:p xmlns:a="http://schemas.openxmlformats.org/drawingml/2006/main">
            <a:pPr algn="l">
              <a:defRPr sz="2175" b="1">
                <a:solidFill>
                  <a:srgbClr val="32142F"/>
                </a:solidFill>
                <a:latin typeface="굴림"/>
                <a:ea typeface="굴림"/>
                <a:cs typeface="굴림"/>
              </a:defRPr>
            </a:pPr>
            <a:r>
              <a:rPr sz="2175" b="1">
                <a:solidFill>
                  <a:srgbClr val="32142F"/>
                </a:solidFill>
                <a:latin typeface="굴림"/>
                <a:ea typeface="굴림"/>
                <a:cs typeface="굴림"/>
              </a:rPr>
              <a:t>질문의 의도는 보존하고, 검색에 필요한 대상과 조건을 보완</a:t>
            </a:r>
          </a:p>
        </p:txBody>
      </p:sp>
      <p:sp>
        <p:nvSpPr>
          <p:cNvPr id="4" name="">
            <a:extLst xmlns:a="http://schemas.openxmlformats.org/drawingml/2006/main">
              <a:ext uri="{FF2B5EF4-FFF2-40B4-BE49-F238E27FC236}">
                <a16:creationId xmlns:a16="http://schemas.microsoft.com/office/drawing/2014/main" id="{6AFA6D73-EEEC-423A-9697-C9B20253C1C2}"/>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5" name="purpose-1023">
            <a:extLst xmlns:a="http://schemas.openxmlformats.org/drawingml/2006/main">
              <a:ext uri="{FF2B5EF4-FFF2-40B4-BE49-F238E27FC236}">
                <a16:creationId xmlns:a16="http://schemas.microsoft.com/office/drawing/2014/main" id="{13CBC538-2FF0-43AE-875B-0DD2E2B87107}"/>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6" name="purpose-1024">
            <a:extLst xmlns:a="http://schemas.openxmlformats.org/drawingml/2006/main">
              <a:ext uri="{FF2B5EF4-FFF2-40B4-BE49-F238E27FC236}">
                <a16:creationId xmlns:a16="http://schemas.microsoft.com/office/drawing/2014/main" id="{F7CEB8DF-11F9-4A46-8F99-77C286199820}"/>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03</a:t>
            </a:r>
          </a:p>
        </p:txBody>
      </p:sp>
      <p:sp>
        <p:nvSpPr>
          <p:cNvPr id="7" name="purpose-1025">
            <a:extLst xmlns:a="http://schemas.openxmlformats.org/drawingml/2006/main">
              <a:ext uri="{FF2B5EF4-FFF2-40B4-BE49-F238E27FC236}">
                <a16:creationId xmlns:a16="http://schemas.microsoft.com/office/drawing/2014/main" id="{F30C5256-C89F-4E8A-98BC-5F011227B09E}"/>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의도 201개 · 정답 FAQ가 상위 3개 안에 있고 유사도 0.75 이상 · AI 생성 라벨, 사람 검수 전</a:t>
            </a:r>
          </a:p>
        </p:txBody>
      </p:sp>
      <p:graphicFrame>
        <p:nvGraphicFramePr>
          <p:cNvPr id="8" name="">
            <a:extLst xmlns:a="http://schemas.openxmlformats.org/drawingml/2006/main">
              <a:ext uri="{FF2B5EF4-FFF2-40B4-BE49-F238E27FC236}">
                <a16:creationId xmlns:a16="http://schemas.microsoft.com/office/drawing/2014/main" id="{F6EF4AC9-A8BB-4E6A-99BA-863EA14556CE}"/>
              </a:ext>
            </a:extLst>
          </p:cNvPr>
          <p:cNvGraphicFramePr/>
          <p:nvPr/>
        </p:nvGraphicFramePr>
        <p:xfrm>
          <a:off xmlns:a="http://schemas.openxmlformats.org/drawingml/2006/main" x="619125" y="2867025"/>
          <a:ext xmlns:a="http://schemas.openxmlformats.org/drawingml/2006/main" cx="12468225" cy="2324100"/>
        </p:xfrm>
        <a:graphic xmlns:a="http://schemas.openxmlformats.org/drawingml/2006/main">
          <a:graphicData uri="http://schemas.openxmlformats.org/drawingml/2006/table">
            <a:tbl>
              <a:tblPr/>
              <a:tblGrid>
                <a:gridCol w="5905500"/>
                <a:gridCol w="6562725"/>
              </a:tblGrid>
              <a:tr h="581025">
                <a:tc>
                  <a:txBody>
                    <a:bodyPr>
                      <a:noAutofit/>
                    </a:bodyPr>
                    <a:lstStyle/>
                    <a:p>
                      <a:r>
                        <a:rPr sz="1950" b="1">
                          <a:solidFill>
                            <a:srgbClr val="FFFFFF"/>
                          </a:solidFill>
                          <a:latin typeface="굴림"/>
                          <a:ea typeface="굴림"/>
                          <a:cs typeface="굴림"/>
                        </a:rPr>
                        <a:t>검색을 방해하는 입력</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도입한 설계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81025">
                <a:tc>
                  <a:txBody>
                    <a:bodyPr>
                      <a:noAutofit/>
                    </a:bodyPr>
                    <a:lstStyle/>
                    <a:p>
                      <a:r>
                        <a:rPr sz="1950" b="1">
                          <a:solidFill>
                            <a:srgbClr val="F72585"/>
                          </a:solidFill>
                          <a:latin typeface="굴림"/>
                          <a:ea typeface="굴림"/>
                          <a:cs typeface="굴림"/>
                        </a:rPr>
                        <a:t>여러 의도가 섞인 문장</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하위 질문마다 검색어 한 문장 생성</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81025">
                <a:tc>
                  <a:txBody>
                    <a:bodyPr>
                      <a:noAutofit/>
                    </a:bodyPr>
                    <a:lstStyle/>
                    <a:p>
                      <a:r>
                        <a:rPr sz="1950" b="1">
                          <a:solidFill>
                            <a:srgbClr val="F72585"/>
                          </a:solidFill>
                          <a:latin typeface="굴림"/>
                          <a:ea typeface="굴림"/>
                          <a:cs typeface="굴림"/>
                        </a:rPr>
                        <a:t>“그거”처럼 대상이 생략된 질문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이전 대상·조건을 검색어에 보완</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81025">
                <a:tc>
                  <a:txBody>
                    <a:bodyPr>
                      <a:noAutofit/>
                    </a:bodyPr>
                    <a:lstStyle/>
                    <a:p>
                      <a:r>
                        <a:rPr sz="1950" b="1">
                          <a:solidFill>
                            <a:srgbClr val="F72585"/>
                          </a:solidFill>
                          <a:latin typeface="굴림"/>
                          <a:ea typeface="굴림"/>
                          <a:cs typeface="굴림"/>
                        </a:rPr>
                        <a:t>명확한 질문의 불필요한 재작성</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원문 먼저 검색 · 실패할 때 판정 LLM</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bl>
          </a:graphicData>
        </a:graphic>
      </p:graphicFrame>
      <p:sp>
        <p:nvSpPr>
          <p:cNvPr id="9" name="purpose-1026">
            <a:extLst xmlns:a="http://schemas.openxmlformats.org/drawingml/2006/main">
              <a:ext uri="{FF2B5EF4-FFF2-40B4-BE49-F238E27FC236}">
                <a16:creationId xmlns:a16="http://schemas.microsoft.com/office/drawing/2014/main" id="{04D9F446-2C92-4CEE-B936-A27DF09EB8E7}"/>
              </a:ext>
            </a:extLst>
          </p:cNvPr>
          <p:cNvSpPr>
            <a:spLocks xmlns:a="http://schemas.openxmlformats.org/drawingml/2006/main" noGrp="1"/>
          </p:cNvSpPr>
          <p:nvPr/>
        </p:nvSpPr>
        <p:spPr>
          <a:xfrm xmlns:a="http://schemas.openxmlformats.org/drawingml/2006/main">
            <a:off x="619125" y="545782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keep + 검색어</a:t>
            </a:r>
          </a:p>
        </p:txBody>
      </p:sp>
      <p:sp>
        <p:nvSpPr>
          <p:cNvPr id="10" name="purpose-1027">
            <a:extLst xmlns:a="http://schemas.openxmlformats.org/drawingml/2006/main">
              <a:ext uri="{FF2B5EF4-FFF2-40B4-BE49-F238E27FC236}">
                <a16:creationId xmlns:a16="http://schemas.microsoft.com/office/drawing/2014/main" id="{F93CD68D-823C-405D-B45B-C66FED90136B}"/>
              </a:ext>
            </a:extLst>
          </p:cNvPr>
          <p:cNvSpPr>
            <a:spLocks xmlns:a="http://schemas.openxmlformats.org/drawingml/2006/main" noGrp="1"/>
          </p:cNvSpPr>
          <p:nvPr/>
        </p:nvSpPr>
        <p:spPr>
          <a:xfrm xmlns:a="http://schemas.openxmlformats.org/drawingml/2006/main">
            <a:off x="4667250" y="54578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86B72"/>
                </a:solidFill>
                <a:latin typeface="굴림"/>
                <a:ea typeface="굴림"/>
                <a:cs typeface="굴림"/>
              </a:defRPr>
            </a:defPPr>
            <a:lvl1pPr algn="l">
              <a:defRPr sz="1575" b="0">
                <a:solidFill>
                  <a:srgbClr val="686B72"/>
                </a:solidFill>
                <a:latin typeface="굴림"/>
                <a:ea typeface="굴림"/>
                <a:cs typeface="굴림"/>
              </a:defRPr>
            </a:lvl1pPr>
            <a:lvl2pPr algn="l">
              <a:defRPr sz="1575" b="0">
                <a:solidFill>
                  <a:srgbClr val="686B72"/>
                </a:solidFill>
                <a:latin typeface="굴림"/>
                <a:ea typeface="굴림"/>
                <a:cs typeface="굴림"/>
              </a:defRPr>
            </a:lvl2pPr>
            <a:lvl3pPr algn="l">
              <a:defRPr sz="1575" b="0">
                <a:solidFill>
                  <a:srgbClr val="686B72"/>
                </a:solidFill>
                <a:latin typeface="굴림"/>
                <a:ea typeface="굴림"/>
                <a:cs typeface="굴림"/>
              </a:defRPr>
            </a:lvl3pPr>
            <a:lvl4pPr algn="l">
              <a:defRPr sz="1575" b="0">
                <a:solidFill>
                  <a:srgbClr val="686B72"/>
                </a:solidFill>
                <a:latin typeface="굴림"/>
                <a:ea typeface="굴림"/>
                <a:cs typeface="굴림"/>
              </a:defRPr>
            </a:lvl4pPr>
            <a:lvl5pPr algn="l">
              <a:defRPr sz="1575" b="0">
                <a:solidFill>
                  <a:srgbClr val="686B72"/>
                </a:solidFill>
                <a:latin typeface="굴림"/>
                <a:ea typeface="굴림"/>
                <a:cs typeface="굴림"/>
              </a:defRPr>
            </a:lvl5pPr>
            <a:lvl6pPr algn="l">
              <a:defRPr sz="1575" b="0">
                <a:solidFill>
                  <a:srgbClr val="686B72"/>
                </a:solidFill>
                <a:latin typeface="굴림"/>
                <a:ea typeface="굴림"/>
                <a:cs typeface="굴림"/>
              </a:defRPr>
            </a:lvl6pPr>
            <a:lvl7pPr algn="l">
              <a:defRPr sz="1575" b="0">
                <a:solidFill>
                  <a:srgbClr val="686B72"/>
                </a:solidFill>
                <a:latin typeface="굴림"/>
                <a:ea typeface="굴림"/>
                <a:cs typeface="굴림"/>
              </a:defRPr>
            </a:lvl7pPr>
            <a:lvl8pPr algn="l">
              <a:defRPr sz="1575" b="0">
                <a:solidFill>
                  <a:srgbClr val="686B72"/>
                </a:solidFill>
                <a:latin typeface="굴림"/>
                <a:ea typeface="굴림"/>
                <a:cs typeface="굴림"/>
              </a:defRPr>
            </a:lvl8pPr>
            <a:lvl9pPr algn="l">
              <a:defRPr sz="1575" b="0">
                <a:solidFill>
                  <a:srgbClr val="686B72"/>
                </a:solidFill>
                <a:latin typeface="굴림"/>
                <a:ea typeface="굴림"/>
                <a:cs typeface="굴림"/>
              </a:defRPr>
            </a:lvl9pPr>
          </a:lstStyle>
          <a:p xmlns:a="http://schemas.openxmlformats.org/drawingml/2006/main">
            <a:pPr algn="l">
              <a:defRPr sz="1575" b="0">
                <a:solidFill>
                  <a:srgbClr val="686B72"/>
                </a:solidFill>
                <a:latin typeface="굴림"/>
                <a:ea typeface="굴림"/>
                <a:cs typeface="굴림"/>
              </a:defRPr>
            </a:pPr>
            <a:r>
              <a:rPr sz="1575" b="0">
                <a:solidFill>
                  <a:srgbClr val="686B72"/>
                </a:solidFill>
                <a:latin typeface="굴림"/>
                <a:ea typeface="굴림"/>
                <a:cs typeface="굴림"/>
              </a:rPr>
              <a:t>검색어만 · 최종</a:t>
            </a:r>
          </a:p>
        </p:txBody>
      </p:sp>
      <p:sp>
        <p:nvSpPr>
          <p:cNvPr id="11" name="purpose-1028">
            <a:extLst xmlns:a="http://schemas.openxmlformats.org/drawingml/2006/main">
              <a:ext uri="{FF2B5EF4-FFF2-40B4-BE49-F238E27FC236}">
                <a16:creationId xmlns:a16="http://schemas.microsoft.com/office/drawing/2014/main" id="{DCC70AA7-25CC-4471-B354-364DE5D4F5E7}"/>
              </a:ext>
            </a:extLst>
          </p:cNvPr>
          <p:cNvSpPr>
            <a:spLocks xmlns:a="http://schemas.openxmlformats.org/drawingml/2006/main" noGrp="1"/>
          </p:cNvSpPr>
          <p:nvPr/>
        </p:nvSpPr>
        <p:spPr>
          <a:xfrm xmlns:a="http://schemas.openxmlformats.org/drawingml/2006/main">
            <a:off x="619125" y="5819775"/>
            <a:ext cx="4095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686B72"/>
                </a:solidFill>
                <a:latin typeface="굴림"/>
                <a:ea typeface="굴림"/>
                <a:cs typeface="굴림"/>
              </a:defRPr>
            </a:defPPr>
            <a:lvl1pPr algn="l">
              <a:defRPr sz="3075" b="1">
                <a:solidFill>
                  <a:srgbClr val="686B72"/>
                </a:solidFill>
                <a:latin typeface="굴림"/>
                <a:ea typeface="굴림"/>
                <a:cs typeface="굴림"/>
              </a:defRPr>
            </a:lvl1pPr>
            <a:lvl2pPr algn="l">
              <a:defRPr sz="3075" b="1">
                <a:solidFill>
                  <a:srgbClr val="686B72"/>
                </a:solidFill>
                <a:latin typeface="굴림"/>
                <a:ea typeface="굴림"/>
                <a:cs typeface="굴림"/>
              </a:defRPr>
            </a:lvl2pPr>
            <a:lvl3pPr algn="l">
              <a:defRPr sz="3075" b="1">
                <a:solidFill>
                  <a:srgbClr val="686B72"/>
                </a:solidFill>
                <a:latin typeface="굴림"/>
                <a:ea typeface="굴림"/>
                <a:cs typeface="굴림"/>
              </a:defRPr>
            </a:lvl3pPr>
            <a:lvl4pPr algn="l">
              <a:defRPr sz="3075" b="1">
                <a:solidFill>
                  <a:srgbClr val="686B72"/>
                </a:solidFill>
                <a:latin typeface="굴림"/>
                <a:ea typeface="굴림"/>
                <a:cs typeface="굴림"/>
              </a:defRPr>
            </a:lvl4pPr>
            <a:lvl5pPr algn="l">
              <a:defRPr sz="3075" b="1">
                <a:solidFill>
                  <a:srgbClr val="686B72"/>
                </a:solidFill>
                <a:latin typeface="굴림"/>
                <a:ea typeface="굴림"/>
                <a:cs typeface="굴림"/>
              </a:defRPr>
            </a:lvl5pPr>
            <a:lvl6pPr algn="l">
              <a:defRPr sz="3075" b="1">
                <a:solidFill>
                  <a:srgbClr val="686B72"/>
                </a:solidFill>
                <a:latin typeface="굴림"/>
                <a:ea typeface="굴림"/>
                <a:cs typeface="굴림"/>
              </a:defRPr>
            </a:lvl6pPr>
            <a:lvl7pPr algn="l">
              <a:defRPr sz="3075" b="1">
                <a:solidFill>
                  <a:srgbClr val="686B72"/>
                </a:solidFill>
                <a:latin typeface="굴림"/>
                <a:ea typeface="굴림"/>
                <a:cs typeface="굴림"/>
              </a:defRPr>
            </a:lvl7pPr>
            <a:lvl8pPr algn="l">
              <a:defRPr sz="3075" b="1">
                <a:solidFill>
                  <a:srgbClr val="686B72"/>
                </a:solidFill>
                <a:latin typeface="굴림"/>
                <a:ea typeface="굴림"/>
                <a:cs typeface="굴림"/>
              </a:defRPr>
            </a:lvl8pPr>
            <a:lvl9pPr algn="l">
              <a:defRPr sz="3075" b="1">
                <a:solidFill>
                  <a:srgbClr val="686B72"/>
                </a:solidFill>
                <a:latin typeface="굴림"/>
                <a:ea typeface="굴림"/>
                <a:cs typeface="굴림"/>
              </a:defRPr>
            </a:lvl9pPr>
          </a:lstStyle>
          <a:p xmlns:a="http://schemas.openxmlformats.org/drawingml/2006/main">
            <a:pPr algn="l">
              <a:defRPr sz="3075" b="1">
                <a:solidFill>
                  <a:srgbClr val="686B72"/>
                </a:solidFill>
                <a:latin typeface="굴림"/>
                <a:ea typeface="굴림"/>
                <a:cs typeface="굴림"/>
              </a:defRPr>
            </a:pPr>
            <a:r>
              <a:rPr sz="3075" b="1">
                <a:solidFill>
                  <a:srgbClr val="686B72"/>
                </a:solidFill>
                <a:latin typeface="굴림"/>
                <a:ea typeface="굴림"/>
                <a:cs typeface="굴림"/>
              </a:rPr>
              <a:t>175 / 201</a:t>
            </a:r>
          </a:p>
        </p:txBody>
      </p:sp>
      <p:sp>
        <p:nvSpPr>
          <p:cNvPr id="12" name="purpose-1029">
            <a:extLst xmlns:a="http://schemas.openxmlformats.org/drawingml/2006/main">
              <a:ext uri="{FF2B5EF4-FFF2-40B4-BE49-F238E27FC236}">
                <a16:creationId xmlns:a16="http://schemas.microsoft.com/office/drawing/2014/main" id="{441E3417-CF8B-4A4D-811B-380688ECC306}"/>
              </a:ext>
            </a:extLst>
          </p:cNvPr>
          <p:cNvSpPr>
            <a:spLocks xmlns:a="http://schemas.openxmlformats.org/drawingml/2006/main" noGrp="1"/>
          </p:cNvSpPr>
          <p:nvPr/>
        </p:nvSpPr>
        <p:spPr>
          <a:xfrm xmlns:a="http://schemas.openxmlformats.org/drawingml/2006/main">
            <a:off x="4667250" y="5819775"/>
            <a:ext cx="4000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75" b="1">
                <a:solidFill>
                  <a:srgbClr val="F72585"/>
                </a:solidFill>
                <a:latin typeface="굴림"/>
                <a:ea typeface="굴림"/>
                <a:cs typeface="굴림"/>
              </a:defRPr>
            </a:defPPr>
            <a:lvl1pPr algn="l">
              <a:defRPr sz="3075" b="1">
                <a:solidFill>
                  <a:srgbClr val="F72585"/>
                </a:solidFill>
                <a:latin typeface="굴림"/>
                <a:ea typeface="굴림"/>
                <a:cs typeface="굴림"/>
              </a:defRPr>
            </a:lvl1pPr>
            <a:lvl2pPr algn="l">
              <a:defRPr sz="3075" b="1">
                <a:solidFill>
                  <a:srgbClr val="F72585"/>
                </a:solidFill>
                <a:latin typeface="굴림"/>
                <a:ea typeface="굴림"/>
                <a:cs typeface="굴림"/>
              </a:defRPr>
            </a:lvl2pPr>
            <a:lvl3pPr algn="l">
              <a:defRPr sz="3075" b="1">
                <a:solidFill>
                  <a:srgbClr val="F72585"/>
                </a:solidFill>
                <a:latin typeface="굴림"/>
                <a:ea typeface="굴림"/>
                <a:cs typeface="굴림"/>
              </a:defRPr>
            </a:lvl3pPr>
            <a:lvl4pPr algn="l">
              <a:defRPr sz="3075" b="1">
                <a:solidFill>
                  <a:srgbClr val="F72585"/>
                </a:solidFill>
                <a:latin typeface="굴림"/>
                <a:ea typeface="굴림"/>
                <a:cs typeface="굴림"/>
              </a:defRPr>
            </a:lvl4pPr>
            <a:lvl5pPr algn="l">
              <a:defRPr sz="3075" b="1">
                <a:solidFill>
                  <a:srgbClr val="F72585"/>
                </a:solidFill>
                <a:latin typeface="굴림"/>
                <a:ea typeface="굴림"/>
                <a:cs typeface="굴림"/>
              </a:defRPr>
            </a:lvl5pPr>
            <a:lvl6pPr algn="l">
              <a:defRPr sz="3075" b="1">
                <a:solidFill>
                  <a:srgbClr val="F72585"/>
                </a:solidFill>
                <a:latin typeface="굴림"/>
                <a:ea typeface="굴림"/>
                <a:cs typeface="굴림"/>
              </a:defRPr>
            </a:lvl6pPr>
            <a:lvl7pPr algn="l">
              <a:defRPr sz="3075" b="1">
                <a:solidFill>
                  <a:srgbClr val="F72585"/>
                </a:solidFill>
                <a:latin typeface="굴림"/>
                <a:ea typeface="굴림"/>
                <a:cs typeface="굴림"/>
              </a:defRPr>
            </a:lvl7pPr>
            <a:lvl8pPr algn="l">
              <a:defRPr sz="3075" b="1">
                <a:solidFill>
                  <a:srgbClr val="F72585"/>
                </a:solidFill>
                <a:latin typeface="굴림"/>
                <a:ea typeface="굴림"/>
                <a:cs typeface="굴림"/>
              </a:defRPr>
            </a:lvl8pPr>
            <a:lvl9pPr algn="l">
              <a:defRPr sz="3075" b="1">
                <a:solidFill>
                  <a:srgbClr val="F72585"/>
                </a:solidFill>
                <a:latin typeface="굴림"/>
                <a:ea typeface="굴림"/>
                <a:cs typeface="굴림"/>
              </a:defRPr>
            </a:lvl9pPr>
          </a:lstStyle>
          <a:p xmlns:a="http://schemas.openxmlformats.org/drawingml/2006/main">
            <a:pPr algn="l">
              <a:defRPr sz="3075" b="1">
                <a:solidFill>
                  <a:srgbClr val="F72585"/>
                </a:solidFill>
                <a:latin typeface="굴림"/>
                <a:ea typeface="굴림"/>
                <a:cs typeface="굴림"/>
              </a:defRPr>
            </a:pPr>
            <a:r>
              <a:rPr sz="3075" b="1">
                <a:solidFill>
                  <a:srgbClr val="F72585"/>
                </a:solidFill>
                <a:latin typeface="굴림"/>
                <a:ea typeface="굴림"/>
                <a:cs typeface="굴림"/>
              </a:rPr>
              <a:t>182 / 201</a:t>
            </a:r>
          </a:p>
        </p:txBody>
      </p:sp>
      <p:sp>
        <p:nvSpPr>
          <p:cNvPr id="13" name="purpose-1030">
            <a:extLst xmlns:a="http://schemas.openxmlformats.org/drawingml/2006/main">
              <a:ext uri="{FF2B5EF4-FFF2-40B4-BE49-F238E27FC236}">
                <a16:creationId xmlns:a16="http://schemas.microsoft.com/office/drawing/2014/main" id="{6C94A96C-BEB2-4591-8DCB-C48E1FBE142E}"/>
              </a:ext>
            </a:extLst>
          </p:cNvPr>
          <p:cNvSpPr>
            <a:spLocks xmlns:a="http://schemas.openxmlformats.org/drawingml/2006/main" noGrp="1"/>
          </p:cNvSpPr>
          <p:nvPr/>
        </p:nvSpPr>
        <p:spPr>
          <a:xfrm xmlns:a="http://schemas.openxmlformats.org/drawingml/2006/main">
            <a:off x="9258300" y="5772150"/>
            <a:ext cx="3857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굴림"/>
                <a:ea typeface="굴림"/>
                <a:cs typeface="굴림"/>
              </a:defRPr>
            </a:defPPr>
            <a:lvl1pPr algn="l">
              <a:defRPr sz="1800" b="0">
                <a:solidFill>
                  <a:srgbClr val="17171A"/>
                </a:solidFill>
                <a:latin typeface="굴림"/>
                <a:ea typeface="굴림"/>
                <a:cs typeface="굴림"/>
              </a:defRPr>
            </a:lvl1pPr>
            <a:lvl2pPr algn="l">
              <a:defRPr sz="1800" b="0">
                <a:solidFill>
                  <a:srgbClr val="17171A"/>
                </a:solidFill>
                <a:latin typeface="굴림"/>
                <a:ea typeface="굴림"/>
                <a:cs typeface="굴림"/>
              </a:defRPr>
            </a:lvl2pPr>
            <a:lvl3pPr algn="l">
              <a:defRPr sz="1800" b="0">
                <a:solidFill>
                  <a:srgbClr val="17171A"/>
                </a:solidFill>
                <a:latin typeface="굴림"/>
                <a:ea typeface="굴림"/>
                <a:cs typeface="굴림"/>
              </a:defRPr>
            </a:lvl3pPr>
            <a:lvl4pPr algn="l">
              <a:defRPr sz="1800" b="0">
                <a:solidFill>
                  <a:srgbClr val="17171A"/>
                </a:solidFill>
                <a:latin typeface="굴림"/>
                <a:ea typeface="굴림"/>
                <a:cs typeface="굴림"/>
              </a:defRPr>
            </a:lvl4pPr>
            <a:lvl5pPr algn="l">
              <a:defRPr sz="1800" b="0">
                <a:solidFill>
                  <a:srgbClr val="17171A"/>
                </a:solidFill>
                <a:latin typeface="굴림"/>
                <a:ea typeface="굴림"/>
                <a:cs typeface="굴림"/>
              </a:defRPr>
            </a:lvl5pPr>
            <a:lvl6pPr algn="l">
              <a:defRPr sz="1800" b="0">
                <a:solidFill>
                  <a:srgbClr val="17171A"/>
                </a:solidFill>
                <a:latin typeface="굴림"/>
                <a:ea typeface="굴림"/>
                <a:cs typeface="굴림"/>
              </a:defRPr>
            </a:lvl6pPr>
            <a:lvl7pPr algn="l">
              <a:defRPr sz="1800" b="0">
                <a:solidFill>
                  <a:srgbClr val="17171A"/>
                </a:solidFill>
                <a:latin typeface="굴림"/>
                <a:ea typeface="굴림"/>
                <a:cs typeface="굴림"/>
              </a:defRPr>
            </a:lvl7pPr>
            <a:lvl8pPr algn="l">
              <a:defRPr sz="1800" b="0">
                <a:solidFill>
                  <a:srgbClr val="17171A"/>
                </a:solidFill>
                <a:latin typeface="굴림"/>
                <a:ea typeface="굴림"/>
                <a:cs typeface="굴림"/>
              </a:defRPr>
            </a:lvl8pPr>
            <a:lvl9pPr algn="l">
              <a:defRPr sz="1800" b="0">
                <a:solidFill>
                  <a:srgbClr val="17171A"/>
                </a:solidFill>
                <a:latin typeface="굴림"/>
                <a:ea typeface="굴림"/>
                <a:cs typeface="굴림"/>
              </a:defRPr>
            </a:lvl9pPr>
          </a:lstStyle>
          <a:p xmlns:a="http://schemas.openxmlformats.org/drawingml/2006/main">
            <a:pPr algn="l">
              <a:defRPr sz="1800" b="0">
                <a:solidFill>
                  <a:srgbClr val="17171A"/>
                </a:solidFill>
                <a:latin typeface="굴림"/>
                <a:ea typeface="굴림"/>
                <a:cs typeface="굴림"/>
              </a:defRPr>
            </a:pPr>
            <a:r>
              <a:rPr sz="1800" b="0">
                <a:solidFill>
                  <a:srgbClr val="17171A"/>
                </a:solidFill>
                <a:latin typeface="굴림"/>
                <a:ea typeface="굴림"/>
                <a:cs typeface="굴림"/>
              </a:rPr>
              <a:t>복합 질문 테스트에서</a:t>
            </a:r>
          </a:p>
          <a:p xmlns:a="http://schemas.openxmlformats.org/drawingml/2006/main">
            <a:pPr algn="l">
              <a:defRPr sz="1800" b="0">
                <a:solidFill>
                  <a:srgbClr val="17171A"/>
                </a:solidFill>
                <a:latin typeface="굴림"/>
                <a:ea typeface="굴림"/>
                <a:cs typeface="굴림"/>
              </a:defRPr>
            </a:pPr>
            <a:r>
              <a:rPr sz="1800" b="0">
                <a:solidFill>
                  <a:srgbClr val="17171A"/>
                </a:solidFill>
                <a:latin typeface="굴림"/>
                <a:ea typeface="굴림"/>
                <a:cs typeface="굴림"/>
              </a:rPr>
              <a:t>정답 FAQ 검색 건수</a:t>
            </a:r>
          </a:p>
        </p:txBody>
      </p:sp>
    </p:spTree>
    <p:extLst>
      <p:ext uri="{BB962C8B-B14F-4D97-AF65-F5344CB8AC3E}">
        <p14:creationId xmlns:p14="http://schemas.microsoft.com/office/powerpoint/2010/main" val="8962390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F6181F78-D702-4BEC-B630-C208A60B9307}"/>
              </a:ext>
            </a:extLst>
          </p:cNvPr>
          <p:cNvCxnSpPr>
            <a:stCxn xmlns:a="http://schemas.openxmlformats.org/drawingml/2006/main" id="11" idx="3"/>
            <a:endCxn xmlns:a="http://schemas.openxmlformats.org/drawingml/2006/main" id="9" idx="2"/>
          </p:cNvCxnSpPr>
          <p:nvPr/>
        </p:nvCxnSpPr>
        <p:spPr>
          <a:xfrm xmlns:a="http://schemas.openxmlformats.org/drawingml/2006/main" flipV="1">
            <a:off x="9963150" y="3876675"/>
            <a:ext cx="1243013" cy="1400175"/>
          </a:xfrm>
          <a:prstGeom xmlns:a="http://schemas.openxmlformats.org/drawingml/2006/main" prst="bentConnector2">
            <a:avLst/>
          </a:prstGeom>
          <a:ln xmlns:a="http://schemas.openxmlformats.org/drawingml/2006/main" w="19050">
            <a:solidFill>
              <a:srgbClr val="686B72"/>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AC0AA0CC-773E-45A7-8DD3-C7964D72FAAA}"/>
              </a:ext>
            </a:extLst>
          </p:cNvPr>
          <p:cNvCxnSpPr>
            <a:stCxn xmlns:a="http://schemas.openxmlformats.org/drawingml/2006/main" id="10" idx="3"/>
            <a:endCxn xmlns:a="http://schemas.openxmlformats.org/drawingml/2006/main" id="11" idx="1"/>
          </p:cNvCxnSpPr>
          <p:nvPr/>
        </p:nvCxnSpPr>
        <p:spPr>
          <a:xfrm xmlns:a="http://schemas.openxmlformats.org/drawingml/2006/main">
            <a:off x="3905250" y="5276850"/>
            <a:ext cx="22955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35084C44-40B0-4324-8FE1-64EAB1F00100}"/>
              </a:ext>
            </a:extLst>
          </p:cNvPr>
          <p:cNvCxnSpPr>
            <a:stCxn xmlns:a="http://schemas.openxmlformats.org/drawingml/2006/main" id="8" idx="2"/>
            <a:endCxn xmlns:a="http://schemas.openxmlformats.org/drawingml/2006/main" id="10" idx="0"/>
          </p:cNvCxnSpPr>
          <p:nvPr/>
        </p:nvCxnSpPr>
        <p:spPr>
          <a:xfrm xmlns:a="http://schemas.openxmlformats.org/drawingml/2006/main">
            <a:off x="2262188" y="3876675"/>
            <a:ext cx="0" cy="100965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DA16BA67-1C1C-40A8-B5A6-EC7F3E360472}"/>
              </a:ext>
            </a:extLst>
          </p:cNvPr>
          <p:cNvCxnSpPr>
            <a:stCxn xmlns:a="http://schemas.openxmlformats.org/drawingml/2006/main" id="8" idx="3"/>
            <a:endCxn xmlns:a="http://schemas.openxmlformats.org/drawingml/2006/main" id="9" idx="1"/>
          </p:cNvCxnSpPr>
          <p:nvPr/>
        </p:nvCxnSpPr>
        <p:spPr>
          <a:xfrm xmlns:a="http://schemas.openxmlformats.org/drawingml/2006/main">
            <a:off x="3905250" y="3486150"/>
            <a:ext cx="5419725" cy="0"/>
          </a:xfrm>
          <a:prstGeom xmlns:a="http://schemas.openxmlformats.org/drawingml/2006/main" prst="straightConnector1">
            <a:avLst/>
          </a:prstGeom>
          <a:ln xmlns:a="http://schemas.openxmlformats.org/drawingml/2006/main" w="19050">
            <a:solidFill>
              <a:srgbClr val="686B72"/>
            </a:solidFill>
            <a:prstDash val="solid"/>
            <a:tailEnd type="triangle" w="sm" len="sm"/>
          </a:ln>
        </p:spPr>
      </p:cxnSp>
      <p:sp>
        <p:nvSpPr>
          <p:cNvPr id="19" name="purpose-1031">
            <a:extLst xmlns:a="http://schemas.openxmlformats.org/drawingml/2006/main">
              <a:ext uri="{FF2B5EF4-FFF2-40B4-BE49-F238E27FC236}">
                <a16:creationId xmlns:a16="http://schemas.microsoft.com/office/drawing/2014/main" id="{F3C179F4-B234-414C-B995-718F2C21FF88}"/>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설계 관점 · 할루시네이션 제어</a:t>
            </a:r>
          </a:p>
        </p:txBody>
      </p:sp>
      <p:sp>
        <p:nvSpPr>
          <p:cNvPr id="2" name="purpose-1032">
            <a:extLst xmlns:a="http://schemas.openxmlformats.org/drawingml/2006/main">
              <a:ext uri="{FF2B5EF4-FFF2-40B4-BE49-F238E27FC236}">
                <a16:creationId xmlns:a16="http://schemas.microsoft.com/office/drawing/2014/main" id="{8D2E8C83-770A-47BF-A13A-C224B58BA5E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 변형과 이전 오류의 전파 제어</a:t>
            </a:r>
          </a:p>
        </p:txBody>
      </p:sp>
      <p:sp>
        <p:nvSpPr>
          <p:cNvPr id="3" name="purpose-1033">
            <a:extLst xmlns:a="http://schemas.openxmlformats.org/drawingml/2006/main">
              <a:ext uri="{FF2B5EF4-FFF2-40B4-BE49-F238E27FC236}">
                <a16:creationId xmlns:a16="http://schemas.microsoft.com/office/drawing/2014/main" id="{28A2EB1E-02F1-4020-BA23-B50EACEF7A77}"/>
              </a:ext>
            </a:extLst>
          </p:cNvPr>
          <p:cNvSpPr>
            <a:spLocks xmlns:a="http://schemas.openxmlformats.org/drawingml/2006/main" noGrp="1"/>
          </p:cNvSpPr>
          <p:nvPr/>
        </p:nvSpPr>
        <p:spPr>
          <a:xfrm xmlns:a="http://schemas.openxmlformats.org/drawingml/2006/main">
            <a:off x="619125" y="2047875"/>
            <a:ext cx="12468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2142F"/>
                </a:solidFill>
                <a:latin typeface="굴림"/>
                <a:ea typeface="굴림"/>
                <a:cs typeface="굴림"/>
              </a:defRPr>
            </a:defPPr>
            <a:lvl1pPr algn="l">
              <a:defRPr sz="2175" b="1">
                <a:solidFill>
                  <a:srgbClr val="32142F"/>
                </a:solidFill>
                <a:latin typeface="굴림"/>
                <a:ea typeface="굴림"/>
                <a:cs typeface="굴림"/>
              </a:defRPr>
            </a:lvl1pPr>
            <a:lvl2pPr algn="l">
              <a:defRPr sz="2175" b="1">
                <a:solidFill>
                  <a:srgbClr val="32142F"/>
                </a:solidFill>
                <a:latin typeface="굴림"/>
                <a:ea typeface="굴림"/>
                <a:cs typeface="굴림"/>
              </a:defRPr>
            </a:lvl2pPr>
            <a:lvl3pPr algn="l">
              <a:defRPr sz="2175" b="1">
                <a:solidFill>
                  <a:srgbClr val="32142F"/>
                </a:solidFill>
                <a:latin typeface="굴림"/>
                <a:ea typeface="굴림"/>
                <a:cs typeface="굴림"/>
              </a:defRPr>
            </a:lvl3pPr>
            <a:lvl4pPr algn="l">
              <a:defRPr sz="2175" b="1">
                <a:solidFill>
                  <a:srgbClr val="32142F"/>
                </a:solidFill>
                <a:latin typeface="굴림"/>
                <a:ea typeface="굴림"/>
                <a:cs typeface="굴림"/>
              </a:defRPr>
            </a:lvl4pPr>
            <a:lvl5pPr algn="l">
              <a:defRPr sz="2175" b="1">
                <a:solidFill>
                  <a:srgbClr val="32142F"/>
                </a:solidFill>
                <a:latin typeface="굴림"/>
                <a:ea typeface="굴림"/>
                <a:cs typeface="굴림"/>
              </a:defRPr>
            </a:lvl5pPr>
            <a:lvl6pPr algn="l">
              <a:defRPr sz="2175" b="1">
                <a:solidFill>
                  <a:srgbClr val="32142F"/>
                </a:solidFill>
                <a:latin typeface="굴림"/>
                <a:ea typeface="굴림"/>
                <a:cs typeface="굴림"/>
              </a:defRPr>
            </a:lvl6pPr>
            <a:lvl7pPr algn="l">
              <a:defRPr sz="2175" b="1">
                <a:solidFill>
                  <a:srgbClr val="32142F"/>
                </a:solidFill>
                <a:latin typeface="굴림"/>
                <a:ea typeface="굴림"/>
                <a:cs typeface="굴림"/>
              </a:defRPr>
            </a:lvl7pPr>
            <a:lvl8pPr algn="l">
              <a:defRPr sz="2175" b="1">
                <a:solidFill>
                  <a:srgbClr val="32142F"/>
                </a:solidFill>
                <a:latin typeface="굴림"/>
                <a:ea typeface="굴림"/>
                <a:cs typeface="굴림"/>
              </a:defRPr>
            </a:lvl8pPr>
            <a:lvl9pPr algn="l">
              <a:defRPr sz="2175" b="1">
                <a:solidFill>
                  <a:srgbClr val="32142F"/>
                </a:solidFill>
                <a:latin typeface="굴림"/>
                <a:ea typeface="굴림"/>
                <a:cs typeface="굴림"/>
              </a:defRPr>
            </a:lvl9pPr>
          </a:lstStyle>
          <a:p xmlns:a="http://schemas.openxmlformats.org/drawingml/2006/main">
            <a:pPr algn="l">
              <a:defRPr sz="2175" b="1">
                <a:solidFill>
                  <a:srgbClr val="32142F"/>
                </a:solidFill>
                <a:latin typeface="굴림"/>
                <a:ea typeface="굴림"/>
                <a:cs typeface="굴림"/>
              </a:defRPr>
            </a:pPr>
            <a:r>
              <a:rPr sz="2175" b="1">
                <a:solidFill>
                  <a:srgbClr val="32142F"/>
                </a:solidFill>
                <a:latin typeface="굴림"/>
                <a:ea typeface="굴림"/>
                <a:cs typeface="굴림"/>
              </a:rPr>
              <a:t>재작성한 문장과 이전 답변의 오류가 답변 근거로 굳는 문제에 대응</a:t>
            </a:r>
          </a:p>
        </p:txBody>
      </p:sp>
      <p:sp>
        <p:nvSpPr>
          <p:cNvPr id="4" name="">
            <a:extLst xmlns:a="http://schemas.openxmlformats.org/drawingml/2006/main">
              <a:ext uri="{FF2B5EF4-FFF2-40B4-BE49-F238E27FC236}">
                <a16:creationId xmlns:a16="http://schemas.microsoft.com/office/drawing/2014/main" id="{AA4C2F21-556D-49C0-B1A0-583F0DCF15A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5" name="purpose-1034">
            <a:extLst xmlns:a="http://schemas.openxmlformats.org/drawingml/2006/main">
              <a:ext uri="{FF2B5EF4-FFF2-40B4-BE49-F238E27FC236}">
                <a16:creationId xmlns:a16="http://schemas.microsoft.com/office/drawing/2014/main" id="{99816E34-BFE4-4623-AF64-D7AAC9F90DE4}"/>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6" name="purpose-1035">
            <a:extLst xmlns:a="http://schemas.openxmlformats.org/drawingml/2006/main">
              <a:ext uri="{FF2B5EF4-FFF2-40B4-BE49-F238E27FC236}">
                <a16:creationId xmlns:a16="http://schemas.microsoft.com/office/drawing/2014/main" id="{3AC2C265-8361-4A36-AA22-95E910A2A97C}"/>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04</a:t>
            </a:r>
          </a:p>
        </p:txBody>
      </p:sp>
      <p:sp>
        <p:nvSpPr>
          <p:cNvPr id="7" name="purpose-1036">
            <a:extLst xmlns:a="http://schemas.openxmlformats.org/drawingml/2006/main">
              <a:ext uri="{FF2B5EF4-FFF2-40B4-BE49-F238E27FC236}">
                <a16:creationId xmlns:a16="http://schemas.microsoft.com/office/drawing/2014/main" id="{4E961D0E-8697-4702-B583-2CFA44249739}"/>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같은 FAQ를 사용한 100건에서 원문 방식과 keep 방식의 근거 맞힘은 각각 76건</a:t>
            </a:r>
          </a:p>
        </p:txBody>
      </p:sp>
      <p:sp>
        <p:nvSpPr>
          <p:cNvPr id="8" name="logic-1037">
            <a:extLst xmlns:a="http://schemas.openxmlformats.org/drawingml/2006/main">
              <a:ext uri="{FF2B5EF4-FFF2-40B4-BE49-F238E27FC236}">
                <a16:creationId xmlns:a16="http://schemas.microsoft.com/office/drawing/2014/main" id="{8066CA5C-D76E-44A4-A2CC-50108AB977F0}"/>
              </a:ext>
            </a:extLst>
          </p:cNvPr>
          <p:cNvSpPr>
            <a:spLocks xmlns:a="http://schemas.openxmlformats.org/drawingml/2006/main" noGrp="1"/>
          </p:cNvSpPr>
          <p:nvPr/>
        </p:nvSpPr>
        <p:spPr>
          <a:xfrm xmlns:a="http://schemas.openxmlformats.org/drawingml/2006/main">
            <a:off x="619125" y="3095625"/>
            <a:ext cx="3286125" cy="7810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2175">
                <a:solidFill>
                  <a:srgbClr val="FFFFFF"/>
                </a:solidFill>
                <a:latin typeface="굴림"/>
                <a:ea typeface="굴림"/>
                <a:cs typeface="굴림"/>
              </a:defRPr>
            </a:defPPr>
            <a:lvl1pPr algn="ctr">
              <a:defRPr sz="2175">
                <a:solidFill>
                  <a:srgbClr val="FFFFFF"/>
                </a:solidFill>
                <a:latin typeface="굴림"/>
                <a:ea typeface="굴림"/>
                <a:cs typeface="굴림"/>
              </a:defRPr>
            </a:lvl1pPr>
            <a:lvl2pPr algn="ctr">
              <a:defRPr sz="2175">
                <a:solidFill>
                  <a:srgbClr val="FFFFFF"/>
                </a:solidFill>
                <a:latin typeface="굴림"/>
                <a:ea typeface="굴림"/>
                <a:cs typeface="굴림"/>
              </a:defRPr>
            </a:lvl2pPr>
            <a:lvl3pPr algn="ctr">
              <a:defRPr sz="2175">
                <a:solidFill>
                  <a:srgbClr val="FFFFFF"/>
                </a:solidFill>
                <a:latin typeface="굴림"/>
                <a:ea typeface="굴림"/>
                <a:cs typeface="굴림"/>
              </a:defRPr>
            </a:lvl3pPr>
            <a:lvl4pPr algn="ctr">
              <a:defRPr sz="2175">
                <a:solidFill>
                  <a:srgbClr val="FFFFFF"/>
                </a:solidFill>
                <a:latin typeface="굴림"/>
                <a:ea typeface="굴림"/>
                <a:cs typeface="굴림"/>
              </a:defRPr>
            </a:lvl4pPr>
            <a:lvl5pPr algn="ctr">
              <a:defRPr sz="2175">
                <a:solidFill>
                  <a:srgbClr val="FFFFFF"/>
                </a:solidFill>
                <a:latin typeface="굴림"/>
                <a:ea typeface="굴림"/>
                <a:cs typeface="굴림"/>
              </a:defRPr>
            </a:lvl5pPr>
            <a:lvl6pPr algn="ctr">
              <a:defRPr sz="2175">
                <a:solidFill>
                  <a:srgbClr val="FFFFFF"/>
                </a:solidFill>
                <a:latin typeface="굴림"/>
                <a:ea typeface="굴림"/>
                <a:cs typeface="굴림"/>
              </a:defRPr>
            </a:lvl6pPr>
            <a:lvl7pPr algn="ctr">
              <a:defRPr sz="2175">
                <a:solidFill>
                  <a:srgbClr val="FFFFFF"/>
                </a:solidFill>
                <a:latin typeface="굴림"/>
                <a:ea typeface="굴림"/>
                <a:cs typeface="굴림"/>
              </a:defRPr>
            </a:lvl7pPr>
            <a:lvl8pPr algn="ctr">
              <a:defRPr sz="2175">
                <a:solidFill>
                  <a:srgbClr val="FFFFFF"/>
                </a:solidFill>
                <a:latin typeface="굴림"/>
                <a:ea typeface="굴림"/>
                <a:cs typeface="굴림"/>
              </a:defRPr>
            </a:lvl8pPr>
            <a:lvl9pPr algn="ctr">
              <a:defRPr sz="2175">
                <a:solidFill>
                  <a:srgbClr val="FFFFFF"/>
                </a:solidFill>
                <a:latin typeface="굴림"/>
                <a:ea typeface="굴림"/>
                <a:cs typeface="굴림"/>
              </a:defRPr>
            </a:lvl9pPr>
          </a:lstStyle>
          <a:p xmlns:a="http://schemas.openxmlformats.org/drawingml/2006/main">
            <a:pPr algn="ctr">
              <a:defRPr sz="2175">
                <a:solidFill>
                  <a:srgbClr val="FFFFFF"/>
                </a:solidFill>
                <a:latin typeface="굴림"/>
                <a:ea typeface="굴림"/>
                <a:cs typeface="굴림"/>
              </a:defRPr>
            </a:pPr>
            <a:r>
              <a:rPr sz="2175">
                <a:solidFill>
                  <a:srgbClr val="FFFFFF"/>
                </a:solidFill>
                <a:latin typeface="굴림"/>
                <a:ea typeface="굴림"/>
                <a:cs typeface="굴림"/>
              </a:rPr>
              <a:t>사용자 원문</a:t>
            </a:r>
          </a:p>
        </p:txBody>
      </p:sp>
      <p:sp>
        <p:nvSpPr>
          <p:cNvPr id="9" name="logic-1038">
            <a:extLst xmlns:a="http://schemas.openxmlformats.org/drawingml/2006/main">
              <a:ext uri="{FF2B5EF4-FFF2-40B4-BE49-F238E27FC236}">
                <a16:creationId xmlns:a16="http://schemas.microsoft.com/office/drawing/2014/main" id="{2EA8338B-24A4-4A84-9811-CFF090B10C79}"/>
              </a:ext>
            </a:extLst>
          </p:cNvPr>
          <p:cNvSpPr>
            <a:spLocks xmlns:a="http://schemas.openxmlformats.org/drawingml/2006/main" noGrp="1"/>
          </p:cNvSpPr>
          <p:nvPr/>
        </p:nvSpPr>
        <p:spPr>
          <a:xfrm xmlns:a="http://schemas.openxmlformats.org/drawingml/2006/main">
            <a:off x="9324975" y="3095625"/>
            <a:ext cx="3762375" cy="781050"/>
          </a:xfrm>
          <a:prstGeom xmlns:a="http://schemas.openxmlformats.org/drawingml/2006/main" prst="rect">
            <a:avLst/>
          </a:prstGeom>
          <a:solidFill xmlns:a="http://schemas.openxmlformats.org/drawingml/2006/main">
            <a:srgbClr val="32142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2175">
                <a:solidFill>
                  <a:srgbClr val="FFFFFF"/>
                </a:solidFill>
                <a:latin typeface="굴림"/>
                <a:ea typeface="굴림"/>
                <a:cs typeface="굴림"/>
              </a:defRPr>
            </a:defPPr>
            <a:lvl1pPr algn="ctr">
              <a:defRPr sz="2175">
                <a:solidFill>
                  <a:srgbClr val="FFFFFF"/>
                </a:solidFill>
                <a:latin typeface="굴림"/>
                <a:ea typeface="굴림"/>
                <a:cs typeface="굴림"/>
              </a:defRPr>
            </a:lvl1pPr>
            <a:lvl2pPr algn="ctr">
              <a:defRPr sz="2175">
                <a:solidFill>
                  <a:srgbClr val="FFFFFF"/>
                </a:solidFill>
                <a:latin typeface="굴림"/>
                <a:ea typeface="굴림"/>
                <a:cs typeface="굴림"/>
              </a:defRPr>
            </a:lvl2pPr>
            <a:lvl3pPr algn="ctr">
              <a:defRPr sz="2175">
                <a:solidFill>
                  <a:srgbClr val="FFFFFF"/>
                </a:solidFill>
                <a:latin typeface="굴림"/>
                <a:ea typeface="굴림"/>
                <a:cs typeface="굴림"/>
              </a:defRPr>
            </a:lvl3pPr>
            <a:lvl4pPr algn="ctr">
              <a:defRPr sz="2175">
                <a:solidFill>
                  <a:srgbClr val="FFFFFF"/>
                </a:solidFill>
                <a:latin typeface="굴림"/>
                <a:ea typeface="굴림"/>
                <a:cs typeface="굴림"/>
              </a:defRPr>
            </a:lvl4pPr>
            <a:lvl5pPr algn="ctr">
              <a:defRPr sz="2175">
                <a:solidFill>
                  <a:srgbClr val="FFFFFF"/>
                </a:solidFill>
                <a:latin typeface="굴림"/>
                <a:ea typeface="굴림"/>
                <a:cs typeface="굴림"/>
              </a:defRPr>
            </a:lvl5pPr>
            <a:lvl6pPr algn="ctr">
              <a:defRPr sz="2175">
                <a:solidFill>
                  <a:srgbClr val="FFFFFF"/>
                </a:solidFill>
                <a:latin typeface="굴림"/>
                <a:ea typeface="굴림"/>
                <a:cs typeface="굴림"/>
              </a:defRPr>
            </a:lvl6pPr>
            <a:lvl7pPr algn="ctr">
              <a:defRPr sz="2175">
                <a:solidFill>
                  <a:srgbClr val="FFFFFF"/>
                </a:solidFill>
                <a:latin typeface="굴림"/>
                <a:ea typeface="굴림"/>
                <a:cs typeface="굴림"/>
              </a:defRPr>
            </a:lvl7pPr>
            <a:lvl8pPr algn="ctr">
              <a:defRPr sz="2175">
                <a:solidFill>
                  <a:srgbClr val="FFFFFF"/>
                </a:solidFill>
                <a:latin typeface="굴림"/>
                <a:ea typeface="굴림"/>
                <a:cs typeface="굴림"/>
              </a:defRPr>
            </a:lvl8pPr>
            <a:lvl9pPr algn="ctr">
              <a:defRPr sz="2175">
                <a:solidFill>
                  <a:srgbClr val="FFFFFF"/>
                </a:solidFill>
                <a:latin typeface="굴림"/>
                <a:ea typeface="굴림"/>
                <a:cs typeface="굴림"/>
              </a:defRPr>
            </a:lvl9pPr>
          </a:lstStyle>
          <a:p xmlns:a="http://schemas.openxmlformats.org/drawingml/2006/main">
            <a:pPr algn="ctr">
              <a:defRPr sz="2175">
                <a:solidFill>
                  <a:srgbClr val="FFFFFF"/>
                </a:solidFill>
                <a:latin typeface="굴림"/>
                <a:ea typeface="굴림"/>
                <a:cs typeface="굴림"/>
              </a:defRPr>
            </a:pPr>
            <a:r>
              <a:rPr sz="2175">
                <a:solidFill>
                  <a:srgbClr val="FFFFFF"/>
                </a:solidFill>
                <a:latin typeface="굴림"/>
                <a:ea typeface="굴림"/>
                <a:cs typeface="굴림"/>
              </a:rPr>
              <a:t>답변 LLM</a:t>
            </a:r>
          </a:p>
        </p:txBody>
      </p:sp>
      <p:sp>
        <p:nvSpPr>
          <p:cNvPr id="10" name="logic-1039">
            <a:extLst xmlns:a="http://schemas.openxmlformats.org/drawingml/2006/main">
              <a:ext uri="{FF2B5EF4-FFF2-40B4-BE49-F238E27FC236}">
                <a16:creationId xmlns:a16="http://schemas.microsoft.com/office/drawing/2014/main" id="{5EAF63EB-EE44-45F5-85B0-350C6BE217F9}"/>
              </a:ext>
            </a:extLst>
          </p:cNvPr>
          <p:cNvSpPr>
            <a:spLocks xmlns:a="http://schemas.openxmlformats.org/drawingml/2006/main" noGrp="1"/>
          </p:cNvSpPr>
          <p:nvPr/>
        </p:nvSpPr>
        <p:spPr>
          <a:xfrm xmlns:a="http://schemas.openxmlformats.org/drawingml/2006/main">
            <a:off x="619125" y="4886325"/>
            <a:ext cx="3286125" cy="781050"/>
          </a:xfrm>
          <a:prstGeom xmlns:a="http://schemas.openxmlformats.org/drawingml/2006/main" prst="rect">
            <a:avLst/>
          </a:prstGeom>
          <a:solidFill xmlns:a="http://schemas.openxmlformats.org/drawingml/2006/main">
            <a:srgbClr val="FFF4F9"/>
          </a:solidFill>
          <a:ln xmlns:a="http://schemas.openxmlformats.org/drawingml/2006/main" w="13335">
            <a:solidFill>
              <a:srgbClr val="F72585"/>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판정 LLM 검색어</a:t>
            </a:r>
          </a:p>
        </p:txBody>
      </p:sp>
      <p:sp>
        <p:nvSpPr>
          <p:cNvPr id="11" name="logic-1040">
            <a:extLst xmlns:a="http://schemas.openxmlformats.org/drawingml/2006/main">
              <a:ext uri="{FF2B5EF4-FFF2-40B4-BE49-F238E27FC236}">
                <a16:creationId xmlns:a16="http://schemas.microsoft.com/office/drawing/2014/main" id="{F0BE2139-2F94-447C-8457-5313AE276057}"/>
              </a:ext>
            </a:extLst>
          </p:cNvPr>
          <p:cNvSpPr>
            <a:spLocks xmlns:a="http://schemas.openxmlformats.org/drawingml/2006/main" noGrp="1"/>
          </p:cNvSpPr>
          <p:nvPr/>
        </p:nvSpPr>
        <p:spPr>
          <a:xfrm xmlns:a="http://schemas.openxmlformats.org/drawingml/2006/main">
            <a:off x="6200775" y="4886325"/>
            <a:ext cx="3762375" cy="781050"/>
          </a:xfrm>
          <a:prstGeom xmlns:a="http://schemas.openxmlformats.org/drawingml/2006/main" prst="rect">
            <a:avLst/>
          </a:prstGeom>
          <a:solidFill xmlns:a="http://schemas.openxmlformats.org/drawingml/2006/main">
            <a:srgbClr val="FFFFFF"/>
          </a:solidFill>
          <a:ln xmlns:a="http://schemas.openxmlformats.org/drawingml/2006/main" w="13335">
            <a:solidFill>
              <a:srgbClr val="E6DCE3"/>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17171A"/>
                </a:solidFill>
                <a:latin typeface="굴림"/>
                <a:ea typeface="굴림"/>
                <a:cs typeface="굴림"/>
              </a:defRPr>
            </a:defPPr>
            <a:lvl1pPr algn="ctr">
              <a:defRPr sz="1875">
                <a:solidFill>
                  <a:srgbClr val="17171A"/>
                </a:solidFill>
                <a:latin typeface="굴림"/>
                <a:ea typeface="굴림"/>
                <a:cs typeface="굴림"/>
              </a:defRPr>
            </a:lvl1pPr>
            <a:lvl2pPr algn="ctr">
              <a:defRPr sz="1875">
                <a:solidFill>
                  <a:srgbClr val="17171A"/>
                </a:solidFill>
                <a:latin typeface="굴림"/>
                <a:ea typeface="굴림"/>
                <a:cs typeface="굴림"/>
              </a:defRPr>
            </a:lvl2pPr>
            <a:lvl3pPr algn="ctr">
              <a:defRPr sz="1875">
                <a:solidFill>
                  <a:srgbClr val="17171A"/>
                </a:solidFill>
                <a:latin typeface="굴림"/>
                <a:ea typeface="굴림"/>
                <a:cs typeface="굴림"/>
              </a:defRPr>
            </a:lvl3pPr>
            <a:lvl4pPr algn="ctr">
              <a:defRPr sz="1875">
                <a:solidFill>
                  <a:srgbClr val="17171A"/>
                </a:solidFill>
                <a:latin typeface="굴림"/>
                <a:ea typeface="굴림"/>
                <a:cs typeface="굴림"/>
              </a:defRPr>
            </a:lvl4pPr>
            <a:lvl5pPr algn="ctr">
              <a:defRPr sz="1875">
                <a:solidFill>
                  <a:srgbClr val="17171A"/>
                </a:solidFill>
                <a:latin typeface="굴림"/>
                <a:ea typeface="굴림"/>
                <a:cs typeface="굴림"/>
              </a:defRPr>
            </a:lvl5pPr>
            <a:lvl6pPr algn="ctr">
              <a:defRPr sz="1875">
                <a:solidFill>
                  <a:srgbClr val="17171A"/>
                </a:solidFill>
                <a:latin typeface="굴림"/>
                <a:ea typeface="굴림"/>
                <a:cs typeface="굴림"/>
              </a:defRPr>
            </a:lvl6pPr>
            <a:lvl7pPr algn="ctr">
              <a:defRPr sz="1875">
                <a:solidFill>
                  <a:srgbClr val="17171A"/>
                </a:solidFill>
                <a:latin typeface="굴림"/>
                <a:ea typeface="굴림"/>
                <a:cs typeface="굴림"/>
              </a:defRPr>
            </a:lvl7pPr>
            <a:lvl8pPr algn="ctr">
              <a:defRPr sz="1875">
                <a:solidFill>
                  <a:srgbClr val="17171A"/>
                </a:solidFill>
                <a:latin typeface="굴림"/>
                <a:ea typeface="굴림"/>
                <a:cs typeface="굴림"/>
              </a:defRPr>
            </a:lvl8pPr>
            <a:lvl9pPr algn="ctr">
              <a:defRPr sz="1875">
                <a:solidFill>
                  <a:srgbClr val="17171A"/>
                </a:solidFill>
                <a:latin typeface="굴림"/>
                <a:ea typeface="굴림"/>
                <a:cs typeface="굴림"/>
              </a:defRPr>
            </a:lvl9pPr>
          </a:lstStyle>
          <a:p xmlns:a="http://schemas.openxmlformats.org/drawingml/2006/main">
            <a:pPr algn="ctr">
              <a:defRPr sz="1875">
                <a:solidFill>
                  <a:srgbClr val="17171A"/>
                </a:solidFill>
                <a:latin typeface="굴림"/>
                <a:ea typeface="굴림"/>
                <a:cs typeface="굴림"/>
              </a:defRPr>
            </a:pPr>
            <a:r>
              <a:rPr sz="1875">
                <a:solidFill>
                  <a:srgbClr val="17171A"/>
                </a:solidFill>
                <a:latin typeface="굴림"/>
                <a:ea typeface="굴림"/>
                <a:cs typeface="굴림"/>
              </a:rPr>
              <a:t>검색한 FAQ</a:t>
            </a:r>
          </a:p>
        </p:txBody>
      </p:sp>
      <p:sp>
        <p:nvSpPr>
          <p:cNvPr id="16" name="purpose-1041">
            <a:extLst xmlns:a="http://schemas.openxmlformats.org/drawingml/2006/main">
              <a:ext uri="{FF2B5EF4-FFF2-40B4-BE49-F238E27FC236}">
                <a16:creationId xmlns:a16="http://schemas.microsoft.com/office/drawing/2014/main" id="{555A5636-D162-4AD4-9D6F-B9DA6AC867E2}"/>
              </a:ext>
            </a:extLst>
          </p:cNvPr>
          <p:cNvSpPr>
            <a:spLocks xmlns:a="http://schemas.openxmlformats.org/drawingml/2006/main" noGrp="1"/>
          </p:cNvSpPr>
          <p:nvPr/>
        </p:nvSpPr>
        <p:spPr>
          <a:xfrm xmlns:a="http://schemas.openxmlformats.org/drawingml/2006/main">
            <a:off x="4476750" y="31051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굴림"/>
                <a:ea typeface="굴림"/>
                <a:cs typeface="굴림"/>
              </a:defRPr>
            </a:defPPr>
            <a:lvl1pPr algn="l">
              <a:defRPr sz="1800" b="0">
                <a:solidFill>
                  <a:srgbClr val="17171A"/>
                </a:solidFill>
                <a:latin typeface="굴림"/>
                <a:ea typeface="굴림"/>
                <a:cs typeface="굴림"/>
              </a:defRPr>
            </a:lvl1pPr>
            <a:lvl2pPr algn="l">
              <a:defRPr sz="1800" b="0">
                <a:solidFill>
                  <a:srgbClr val="17171A"/>
                </a:solidFill>
                <a:latin typeface="굴림"/>
                <a:ea typeface="굴림"/>
                <a:cs typeface="굴림"/>
              </a:defRPr>
            </a:lvl2pPr>
            <a:lvl3pPr algn="l">
              <a:defRPr sz="1800" b="0">
                <a:solidFill>
                  <a:srgbClr val="17171A"/>
                </a:solidFill>
                <a:latin typeface="굴림"/>
                <a:ea typeface="굴림"/>
                <a:cs typeface="굴림"/>
              </a:defRPr>
            </a:lvl3pPr>
            <a:lvl4pPr algn="l">
              <a:defRPr sz="1800" b="0">
                <a:solidFill>
                  <a:srgbClr val="17171A"/>
                </a:solidFill>
                <a:latin typeface="굴림"/>
                <a:ea typeface="굴림"/>
                <a:cs typeface="굴림"/>
              </a:defRPr>
            </a:lvl4pPr>
            <a:lvl5pPr algn="l">
              <a:defRPr sz="1800" b="0">
                <a:solidFill>
                  <a:srgbClr val="17171A"/>
                </a:solidFill>
                <a:latin typeface="굴림"/>
                <a:ea typeface="굴림"/>
                <a:cs typeface="굴림"/>
              </a:defRPr>
            </a:lvl5pPr>
            <a:lvl6pPr algn="l">
              <a:defRPr sz="1800" b="0">
                <a:solidFill>
                  <a:srgbClr val="17171A"/>
                </a:solidFill>
                <a:latin typeface="굴림"/>
                <a:ea typeface="굴림"/>
                <a:cs typeface="굴림"/>
              </a:defRPr>
            </a:lvl6pPr>
            <a:lvl7pPr algn="l">
              <a:defRPr sz="1800" b="0">
                <a:solidFill>
                  <a:srgbClr val="17171A"/>
                </a:solidFill>
                <a:latin typeface="굴림"/>
                <a:ea typeface="굴림"/>
                <a:cs typeface="굴림"/>
              </a:defRPr>
            </a:lvl7pPr>
            <a:lvl8pPr algn="l">
              <a:defRPr sz="1800" b="0">
                <a:solidFill>
                  <a:srgbClr val="17171A"/>
                </a:solidFill>
                <a:latin typeface="굴림"/>
                <a:ea typeface="굴림"/>
                <a:cs typeface="굴림"/>
              </a:defRPr>
            </a:lvl8pPr>
            <a:lvl9pPr algn="l">
              <a:defRPr sz="1800" b="0">
                <a:solidFill>
                  <a:srgbClr val="17171A"/>
                </a:solidFill>
                <a:latin typeface="굴림"/>
                <a:ea typeface="굴림"/>
                <a:cs typeface="굴림"/>
              </a:defRPr>
            </a:lvl9pPr>
          </a:lstStyle>
          <a:p xmlns:a="http://schemas.openxmlformats.org/drawingml/2006/main">
            <a:pPr algn="l">
              <a:defRPr sz="1800" b="0">
                <a:solidFill>
                  <a:srgbClr val="17171A"/>
                </a:solidFill>
                <a:latin typeface="굴림"/>
                <a:ea typeface="굴림"/>
                <a:cs typeface="굴림"/>
              </a:defRPr>
            </a:pPr>
            <a:r>
              <a:rPr sz="1800" b="0">
                <a:solidFill>
                  <a:srgbClr val="17171A"/>
                </a:solidFill>
                <a:latin typeface="굴림"/>
                <a:ea typeface="굴림"/>
                <a:cs typeface="굴림"/>
              </a:rPr>
              <a:t>사용자가 쓴 질문을 그대로 전달</a:t>
            </a:r>
          </a:p>
        </p:txBody>
      </p:sp>
      <p:sp>
        <p:nvSpPr>
          <p:cNvPr id="17" name="purpose-1042">
            <a:extLst xmlns:a="http://schemas.openxmlformats.org/drawingml/2006/main">
              <a:ext uri="{FF2B5EF4-FFF2-40B4-BE49-F238E27FC236}">
                <a16:creationId xmlns:a16="http://schemas.microsoft.com/office/drawing/2014/main" id="{42C98BD5-3636-49DF-9089-05C02256ED8E}"/>
              </a:ext>
            </a:extLst>
          </p:cNvPr>
          <p:cNvSpPr>
            <a:spLocks xmlns:a="http://schemas.openxmlformats.org/drawingml/2006/main" noGrp="1"/>
          </p:cNvSpPr>
          <p:nvPr/>
        </p:nvSpPr>
        <p:spPr>
          <a:xfrm xmlns:a="http://schemas.openxmlformats.org/drawingml/2006/main">
            <a:off x="4238625" y="45529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6B72"/>
                </a:solidFill>
                <a:latin typeface="굴림"/>
                <a:ea typeface="굴림"/>
                <a:cs typeface="굴림"/>
              </a:defRPr>
            </a:defPPr>
            <a:lvl1pPr algn="l">
              <a:defRPr sz="1725" b="0">
                <a:solidFill>
                  <a:srgbClr val="686B72"/>
                </a:solidFill>
                <a:latin typeface="굴림"/>
                <a:ea typeface="굴림"/>
                <a:cs typeface="굴림"/>
              </a:defRPr>
            </a:lvl1pPr>
            <a:lvl2pPr algn="l">
              <a:defRPr sz="1725" b="0">
                <a:solidFill>
                  <a:srgbClr val="686B72"/>
                </a:solidFill>
                <a:latin typeface="굴림"/>
                <a:ea typeface="굴림"/>
                <a:cs typeface="굴림"/>
              </a:defRPr>
            </a:lvl2pPr>
            <a:lvl3pPr algn="l">
              <a:defRPr sz="1725" b="0">
                <a:solidFill>
                  <a:srgbClr val="686B72"/>
                </a:solidFill>
                <a:latin typeface="굴림"/>
                <a:ea typeface="굴림"/>
                <a:cs typeface="굴림"/>
              </a:defRPr>
            </a:lvl3pPr>
            <a:lvl4pPr algn="l">
              <a:defRPr sz="1725" b="0">
                <a:solidFill>
                  <a:srgbClr val="686B72"/>
                </a:solidFill>
                <a:latin typeface="굴림"/>
                <a:ea typeface="굴림"/>
                <a:cs typeface="굴림"/>
              </a:defRPr>
            </a:lvl4pPr>
            <a:lvl5pPr algn="l">
              <a:defRPr sz="1725" b="0">
                <a:solidFill>
                  <a:srgbClr val="686B72"/>
                </a:solidFill>
                <a:latin typeface="굴림"/>
                <a:ea typeface="굴림"/>
                <a:cs typeface="굴림"/>
              </a:defRPr>
            </a:lvl5pPr>
            <a:lvl6pPr algn="l">
              <a:defRPr sz="1725" b="0">
                <a:solidFill>
                  <a:srgbClr val="686B72"/>
                </a:solidFill>
                <a:latin typeface="굴림"/>
                <a:ea typeface="굴림"/>
                <a:cs typeface="굴림"/>
              </a:defRPr>
            </a:lvl6pPr>
            <a:lvl7pPr algn="l">
              <a:defRPr sz="1725" b="0">
                <a:solidFill>
                  <a:srgbClr val="686B72"/>
                </a:solidFill>
                <a:latin typeface="굴림"/>
                <a:ea typeface="굴림"/>
                <a:cs typeface="굴림"/>
              </a:defRPr>
            </a:lvl7pPr>
            <a:lvl8pPr algn="l">
              <a:defRPr sz="1725" b="0">
                <a:solidFill>
                  <a:srgbClr val="686B72"/>
                </a:solidFill>
                <a:latin typeface="굴림"/>
                <a:ea typeface="굴림"/>
                <a:cs typeface="굴림"/>
              </a:defRPr>
            </a:lvl8pPr>
            <a:lvl9pPr algn="l">
              <a:defRPr sz="1725" b="0">
                <a:solidFill>
                  <a:srgbClr val="686B72"/>
                </a:solidFill>
                <a:latin typeface="굴림"/>
                <a:ea typeface="굴림"/>
                <a:cs typeface="굴림"/>
              </a:defRPr>
            </a:lvl9pPr>
          </a:lstStyle>
          <a:p xmlns:a="http://schemas.openxmlformats.org/drawingml/2006/main">
            <a:pPr algn="l">
              <a:defRPr sz="1725" b="0">
                <a:solidFill>
                  <a:srgbClr val="686B72"/>
                </a:solidFill>
                <a:latin typeface="굴림"/>
                <a:ea typeface="굴림"/>
                <a:cs typeface="굴림"/>
              </a:defRPr>
            </a:pPr>
            <a:r>
              <a:rPr sz="1725" b="0">
                <a:solidFill>
                  <a:srgbClr val="686B72"/>
                </a:solidFill>
                <a:latin typeface="굴림"/>
                <a:ea typeface="굴림"/>
                <a:cs typeface="굴림"/>
              </a:rPr>
              <a:t>검색에만 사용</a:t>
            </a:r>
          </a:p>
        </p:txBody>
      </p:sp>
      <p:sp>
        <p:nvSpPr>
          <p:cNvPr id="18" name="purpose-1043">
            <a:extLst xmlns:a="http://schemas.openxmlformats.org/drawingml/2006/main">
              <a:ext uri="{FF2B5EF4-FFF2-40B4-BE49-F238E27FC236}">
                <a16:creationId xmlns:a16="http://schemas.microsoft.com/office/drawing/2014/main" id="{D291395F-656C-44C0-90B3-00DC6B4B2B4B}"/>
              </a:ext>
            </a:extLst>
          </p:cNvPr>
          <p:cNvSpPr>
            <a:spLocks xmlns:a="http://schemas.openxmlformats.org/drawingml/2006/main" noGrp="1"/>
          </p:cNvSpPr>
          <p:nvPr/>
        </p:nvSpPr>
        <p:spPr>
          <a:xfrm xmlns:a="http://schemas.openxmlformats.org/drawingml/2006/main">
            <a:off x="619125" y="5981700"/>
            <a:ext cx="124682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72585"/>
                </a:solidFill>
                <a:latin typeface="굴림"/>
                <a:ea typeface="굴림"/>
                <a:cs typeface="굴림"/>
              </a:defRPr>
            </a:defPPr>
            <a:lvl1pPr algn="l">
              <a:defRPr sz="2025" b="1">
                <a:solidFill>
                  <a:srgbClr val="F72585"/>
                </a:solidFill>
                <a:latin typeface="굴림"/>
                <a:ea typeface="굴림"/>
                <a:cs typeface="굴림"/>
              </a:defRPr>
            </a:lvl1pPr>
            <a:lvl2pPr algn="l">
              <a:defRPr sz="2025" b="1">
                <a:solidFill>
                  <a:srgbClr val="F72585"/>
                </a:solidFill>
                <a:latin typeface="굴림"/>
                <a:ea typeface="굴림"/>
                <a:cs typeface="굴림"/>
              </a:defRPr>
            </a:lvl2pPr>
            <a:lvl3pPr algn="l">
              <a:defRPr sz="2025" b="1">
                <a:solidFill>
                  <a:srgbClr val="F72585"/>
                </a:solidFill>
                <a:latin typeface="굴림"/>
                <a:ea typeface="굴림"/>
                <a:cs typeface="굴림"/>
              </a:defRPr>
            </a:lvl3pPr>
            <a:lvl4pPr algn="l">
              <a:defRPr sz="2025" b="1">
                <a:solidFill>
                  <a:srgbClr val="F72585"/>
                </a:solidFill>
                <a:latin typeface="굴림"/>
                <a:ea typeface="굴림"/>
                <a:cs typeface="굴림"/>
              </a:defRPr>
            </a:lvl4pPr>
            <a:lvl5pPr algn="l">
              <a:defRPr sz="2025" b="1">
                <a:solidFill>
                  <a:srgbClr val="F72585"/>
                </a:solidFill>
                <a:latin typeface="굴림"/>
                <a:ea typeface="굴림"/>
                <a:cs typeface="굴림"/>
              </a:defRPr>
            </a:lvl5pPr>
            <a:lvl6pPr algn="l">
              <a:defRPr sz="2025" b="1">
                <a:solidFill>
                  <a:srgbClr val="F72585"/>
                </a:solidFill>
                <a:latin typeface="굴림"/>
                <a:ea typeface="굴림"/>
                <a:cs typeface="굴림"/>
              </a:defRPr>
            </a:lvl6pPr>
            <a:lvl7pPr algn="l">
              <a:defRPr sz="2025" b="1">
                <a:solidFill>
                  <a:srgbClr val="F72585"/>
                </a:solidFill>
                <a:latin typeface="굴림"/>
                <a:ea typeface="굴림"/>
                <a:cs typeface="굴림"/>
              </a:defRPr>
            </a:lvl7pPr>
            <a:lvl8pPr algn="l">
              <a:defRPr sz="2025" b="1">
                <a:solidFill>
                  <a:srgbClr val="F72585"/>
                </a:solidFill>
                <a:latin typeface="굴림"/>
                <a:ea typeface="굴림"/>
                <a:cs typeface="굴림"/>
              </a:defRPr>
            </a:lvl8pPr>
            <a:lvl9pPr algn="l">
              <a:defRPr sz="2025" b="1">
                <a:solidFill>
                  <a:srgbClr val="F72585"/>
                </a:solidFill>
                <a:latin typeface="굴림"/>
                <a:ea typeface="굴림"/>
                <a:cs typeface="굴림"/>
              </a:defRPr>
            </a:lvl9pPr>
          </a:lstStyle>
          <a:p xmlns:a="http://schemas.openxmlformats.org/drawingml/2006/main">
            <a:pPr algn="l">
              <a:defRPr sz="2025" b="1">
                <a:solidFill>
                  <a:srgbClr val="F72585"/>
                </a:solidFill>
                <a:latin typeface="굴림"/>
                <a:ea typeface="굴림"/>
                <a:cs typeface="굴림"/>
              </a:defRPr>
            </a:pPr>
            <a:r>
              <a:rPr sz="2025" b="1">
                <a:solidFill>
                  <a:srgbClr val="F72585"/>
                </a:solidFill>
                <a:latin typeface="굴림"/>
                <a:ea typeface="굴림"/>
                <a:cs typeface="굴림"/>
              </a:rPr>
              <a:t>이전 질문도 원문 유지 · 맥락이 필요할 때만 최근 3턴 전달</a:t>
            </a:r>
          </a:p>
        </p:txBody>
      </p:sp>
    </p:spTree>
    <p:extLst>
      <p:ext uri="{BB962C8B-B14F-4D97-AF65-F5344CB8AC3E}">
        <p14:creationId xmlns:p14="http://schemas.microsoft.com/office/powerpoint/2010/main" val="16537104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urpose-1044">
            <a:extLst xmlns:a="http://schemas.openxmlformats.org/drawingml/2006/main">
              <a:ext uri="{FF2B5EF4-FFF2-40B4-BE49-F238E27FC236}">
                <a16:creationId xmlns:a16="http://schemas.microsoft.com/office/drawing/2014/main" id="{6305851F-9438-4636-B2BA-79E7AAA3A18A}"/>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설계 관점 · 보안</a:t>
            </a:r>
          </a:p>
        </p:txBody>
      </p:sp>
      <p:sp>
        <p:nvSpPr>
          <p:cNvPr id="2" name="purpose-1045">
            <a:extLst xmlns:a="http://schemas.openxmlformats.org/drawingml/2006/main">
              <a:ext uri="{FF2B5EF4-FFF2-40B4-BE49-F238E27FC236}">
                <a16:creationId xmlns:a16="http://schemas.microsoft.com/office/drawing/2014/main" id="{814FB1AD-94ED-4505-8631-97F25348E8E8}"/>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공격 명령의 검색 진입과 원문 보관 관리</a:t>
            </a:r>
          </a:p>
        </p:txBody>
      </p:sp>
      <p:sp>
        <p:nvSpPr>
          <p:cNvPr id="3" name="purpose-1046">
            <a:extLst xmlns:a="http://schemas.openxmlformats.org/drawingml/2006/main">
              <a:ext uri="{FF2B5EF4-FFF2-40B4-BE49-F238E27FC236}">
                <a16:creationId xmlns:a16="http://schemas.microsoft.com/office/drawing/2014/main" id="{5E8CD6C1-EF30-4941-A68E-BD90B72521B8}"/>
              </a:ext>
            </a:extLst>
          </p:cNvPr>
          <p:cNvSpPr>
            <a:spLocks xmlns:a="http://schemas.openxmlformats.org/drawingml/2006/main" noGrp="1"/>
          </p:cNvSpPr>
          <p:nvPr/>
        </p:nvSpPr>
        <p:spPr>
          <a:xfrm xmlns:a="http://schemas.openxmlformats.org/drawingml/2006/main">
            <a:off x="619125" y="2047875"/>
            <a:ext cx="12468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2142F"/>
                </a:solidFill>
                <a:latin typeface="굴림"/>
                <a:ea typeface="굴림"/>
                <a:cs typeface="굴림"/>
              </a:defRPr>
            </a:defPPr>
            <a:lvl1pPr algn="l">
              <a:defRPr sz="2175" b="1">
                <a:solidFill>
                  <a:srgbClr val="32142F"/>
                </a:solidFill>
                <a:latin typeface="굴림"/>
                <a:ea typeface="굴림"/>
                <a:cs typeface="굴림"/>
              </a:defRPr>
            </a:lvl1pPr>
            <a:lvl2pPr algn="l">
              <a:defRPr sz="2175" b="1">
                <a:solidFill>
                  <a:srgbClr val="32142F"/>
                </a:solidFill>
                <a:latin typeface="굴림"/>
                <a:ea typeface="굴림"/>
                <a:cs typeface="굴림"/>
              </a:defRPr>
            </a:lvl2pPr>
            <a:lvl3pPr algn="l">
              <a:defRPr sz="2175" b="1">
                <a:solidFill>
                  <a:srgbClr val="32142F"/>
                </a:solidFill>
                <a:latin typeface="굴림"/>
                <a:ea typeface="굴림"/>
                <a:cs typeface="굴림"/>
              </a:defRPr>
            </a:lvl3pPr>
            <a:lvl4pPr algn="l">
              <a:defRPr sz="2175" b="1">
                <a:solidFill>
                  <a:srgbClr val="32142F"/>
                </a:solidFill>
                <a:latin typeface="굴림"/>
                <a:ea typeface="굴림"/>
                <a:cs typeface="굴림"/>
              </a:defRPr>
            </a:lvl4pPr>
            <a:lvl5pPr algn="l">
              <a:defRPr sz="2175" b="1">
                <a:solidFill>
                  <a:srgbClr val="32142F"/>
                </a:solidFill>
                <a:latin typeface="굴림"/>
                <a:ea typeface="굴림"/>
                <a:cs typeface="굴림"/>
              </a:defRPr>
            </a:lvl5pPr>
            <a:lvl6pPr algn="l">
              <a:defRPr sz="2175" b="1">
                <a:solidFill>
                  <a:srgbClr val="32142F"/>
                </a:solidFill>
                <a:latin typeface="굴림"/>
                <a:ea typeface="굴림"/>
                <a:cs typeface="굴림"/>
              </a:defRPr>
            </a:lvl6pPr>
            <a:lvl7pPr algn="l">
              <a:defRPr sz="2175" b="1">
                <a:solidFill>
                  <a:srgbClr val="32142F"/>
                </a:solidFill>
                <a:latin typeface="굴림"/>
                <a:ea typeface="굴림"/>
                <a:cs typeface="굴림"/>
              </a:defRPr>
            </a:lvl7pPr>
            <a:lvl8pPr algn="l">
              <a:defRPr sz="2175" b="1">
                <a:solidFill>
                  <a:srgbClr val="32142F"/>
                </a:solidFill>
                <a:latin typeface="굴림"/>
                <a:ea typeface="굴림"/>
                <a:cs typeface="굴림"/>
              </a:defRPr>
            </a:lvl8pPr>
            <a:lvl9pPr algn="l">
              <a:defRPr sz="2175" b="1">
                <a:solidFill>
                  <a:srgbClr val="32142F"/>
                </a:solidFill>
                <a:latin typeface="굴림"/>
                <a:ea typeface="굴림"/>
                <a:cs typeface="굴림"/>
              </a:defRPr>
            </a:lvl9pPr>
          </a:lstStyle>
          <a:p xmlns:a="http://schemas.openxmlformats.org/drawingml/2006/main">
            <a:pPr algn="l">
              <a:defRPr sz="2175" b="1">
                <a:solidFill>
                  <a:srgbClr val="32142F"/>
                </a:solidFill>
                <a:latin typeface="굴림"/>
                <a:ea typeface="굴림"/>
                <a:cs typeface="굴림"/>
              </a:defRPr>
            </a:pPr>
            <a:r>
              <a:rPr sz="2175" b="1">
                <a:solidFill>
                  <a:srgbClr val="32142F"/>
                </a:solidFill>
                <a:latin typeface="굴림"/>
                <a:ea typeface="굴림"/>
                <a:cs typeface="굴림"/>
              </a:rPr>
              <a:t>공격 명령의 우회와 개인정보의 불필요한 장기 보관에 대응</a:t>
            </a:r>
          </a:p>
        </p:txBody>
      </p:sp>
      <p:sp>
        <p:nvSpPr>
          <p:cNvPr id="4" name="">
            <a:extLst xmlns:a="http://schemas.openxmlformats.org/drawingml/2006/main">
              <a:ext uri="{FF2B5EF4-FFF2-40B4-BE49-F238E27FC236}">
                <a16:creationId xmlns:a16="http://schemas.microsoft.com/office/drawing/2014/main" id="{B18D5549-6A7A-4390-9224-EF971AED6790}"/>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5" name="purpose-1047">
            <a:extLst xmlns:a="http://schemas.openxmlformats.org/drawingml/2006/main">
              <a:ext uri="{FF2B5EF4-FFF2-40B4-BE49-F238E27FC236}">
                <a16:creationId xmlns:a16="http://schemas.microsoft.com/office/drawing/2014/main" id="{B0A62996-8EA1-4E3C-947E-CB04565FB5BB}"/>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6" name="purpose-1048">
            <a:extLst xmlns:a="http://schemas.openxmlformats.org/drawingml/2006/main">
              <a:ext uri="{FF2B5EF4-FFF2-40B4-BE49-F238E27FC236}">
                <a16:creationId xmlns:a16="http://schemas.microsoft.com/office/drawing/2014/main" id="{0FE09477-942E-4B6F-94C7-933C431655C2}"/>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05</a:t>
            </a:r>
          </a:p>
        </p:txBody>
      </p:sp>
      <p:sp>
        <p:nvSpPr>
          <p:cNvPr id="7" name="purpose-1049">
            <a:extLst xmlns:a="http://schemas.openxmlformats.org/drawingml/2006/main">
              <a:ext uri="{FF2B5EF4-FFF2-40B4-BE49-F238E27FC236}">
                <a16:creationId xmlns:a16="http://schemas.microsoft.com/office/drawing/2014/main" id="{7D148C85-4CFC-4BF4-8237-2E35F843DD48}"/>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검색어 가드와 프로젝트 보관 정책의 담당 범위 · 서비스 전체 보안 성능과 구분</a:t>
            </a:r>
          </a:p>
        </p:txBody>
      </p:sp>
      <p:graphicFrame>
        <p:nvGraphicFramePr>
          <p:cNvPr id="8" name="">
            <a:extLst xmlns:a="http://schemas.openxmlformats.org/drawingml/2006/main">
              <a:ext uri="{FF2B5EF4-FFF2-40B4-BE49-F238E27FC236}">
                <a16:creationId xmlns:a16="http://schemas.microsoft.com/office/drawing/2014/main" id="{B253CB6A-E452-4282-9562-8316F8773129}"/>
              </a:ext>
            </a:extLst>
          </p:cNvPr>
          <p:cNvGraphicFramePr/>
          <p:nvPr/>
        </p:nvGraphicFramePr>
        <p:xfrm>
          <a:off xmlns:a="http://schemas.openxmlformats.org/drawingml/2006/main" x="619125" y="2933700"/>
          <a:ext xmlns:a="http://schemas.openxmlformats.org/drawingml/2006/main" cx="12468225" cy="2428875"/>
        </p:xfrm>
        <a:graphic xmlns:a="http://schemas.openxmlformats.org/drawingml/2006/main">
          <a:graphicData uri="http://schemas.openxmlformats.org/drawingml/2006/table">
            <a:tbl>
              <a:tblPr/>
              <a:tblGrid>
                <a:gridCol w="4095750"/>
                <a:gridCol w="4143375"/>
                <a:gridCol w="4229100"/>
              </a:tblGrid>
              <a:tr h="809625">
                <a:tc>
                  <a:txBody>
                    <a:bodyPr>
                      <a:noAutofit/>
                    </a:bodyPr>
                    <a:lstStyle/>
                    <a:p>
                      <a:r>
                        <a:rPr sz="1875" b="1">
                          <a:solidFill>
                            <a:srgbClr val="FFFFFF"/>
                          </a:solidFill>
                          <a:latin typeface="굴림"/>
                          <a:ea typeface="굴림"/>
                          <a:cs typeface="굴림"/>
                        </a:rPr>
                        <a:t>위험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도입한 설계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809625">
                <a:tc>
                  <a:txBody>
                    <a:bodyPr>
                      <a:noAutofit/>
                    </a:bodyPr>
                    <a:lstStyle/>
                    <a:p>
                      <a:r>
                        <a:rPr sz="1875" b="1">
                          <a:solidFill>
                            <a:srgbClr val="F72585"/>
                          </a:solidFill>
                          <a:latin typeface="굴림"/>
                          <a:ea typeface="굴림"/>
                          <a:cs typeface="굴림"/>
                        </a:rPr>
                        <a:t>공격 명령의 질문 위장</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검색어 명령 변형 가드</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명령 변형 검색어 제외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809625">
                <a:tc>
                  <a:txBody>
                    <a:bodyPr>
                      <a:noAutofit/>
                    </a:bodyPr>
                    <a:lstStyle/>
                    <a:p>
                      <a:r>
                        <a:rPr sz="1875" b="1">
                          <a:solidFill>
                            <a:srgbClr val="F72585"/>
                          </a:solidFill>
                          <a:latin typeface="굴림"/>
                          <a:ea typeface="굴림"/>
                          <a:cs typeface="굴림"/>
                        </a:rPr>
                        <a:t>질문 원문의 장기 보관</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삭제·익명화 스케줄러</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3개월 뒤 원문·</a:t>
                      </a:r>
                    </a:p>
                    <a:p>
                      <a:r>
                        <a:rPr sz="1875" b="0">
                          <a:solidFill>
                            <a:srgbClr val="17171A"/>
                          </a:solidFill>
                          <a:latin typeface="굴림"/>
                          <a:ea typeface="굴림"/>
                          <a:cs typeface="굴림"/>
                        </a:rPr>
                        <a:t>회원 연결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9" name="purpose-1050">
            <a:extLst xmlns:a="http://schemas.openxmlformats.org/drawingml/2006/main">
              <a:ext uri="{FF2B5EF4-FFF2-40B4-BE49-F238E27FC236}">
                <a16:creationId xmlns:a16="http://schemas.microsoft.com/office/drawing/2014/main" id="{2E06A047-100B-4657-B609-293A847BD4CC}"/>
              </a:ext>
            </a:extLst>
          </p:cNvPr>
          <p:cNvSpPr>
            <a:spLocks xmlns:a="http://schemas.openxmlformats.org/drawingml/2006/main" noGrp="1"/>
          </p:cNvSpPr>
          <p:nvPr/>
        </p:nvSpPr>
        <p:spPr>
          <a:xfrm xmlns:a="http://schemas.openxmlformats.org/drawingml/2006/main">
            <a:off x="619125" y="5638800"/>
            <a:ext cx="5810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72585"/>
                </a:solidFill>
                <a:latin typeface="굴림"/>
                <a:ea typeface="굴림"/>
                <a:cs typeface="굴림"/>
              </a:defRPr>
            </a:defPPr>
            <a:lvl1pPr algn="l">
              <a:defRPr sz="3150" b="1">
                <a:solidFill>
                  <a:srgbClr val="F72585"/>
                </a:solidFill>
                <a:latin typeface="굴림"/>
                <a:ea typeface="굴림"/>
                <a:cs typeface="굴림"/>
              </a:defRPr>
            </a:lvl1pPr>
            <a:lvl2pPr algn="l">
              <a:defRPr sz="3150" b="1">
                <a:solidFill>
                  <a:srgbClr val="F72585"/>
                </a:solidFill>
                <a:latin typeface="굴림"/>
                <a:ea typeface="굴림"/>
                <a:cs typeface="굴림"/>
              </a:defRPr>
            </a:lvl2pPr>
            <a:lvl3pPr algn="l">
              <a:defRPr sz="3150" b="1">
                <a:solidFill>
                  <a:srgbClr val="F72585"/>
                </a:solidFill>
                <a:latin typeface="굴림"/>
                <a:ea typeface="굴림"/>
                <a:cs typeface="굴림"/>
              </a:defRPr>
            </a:lvl3pPr>
            <a:lvl4pPr algn="l">
              <a:defRPr sz="3150" b="1">
                <a:solidFill>
                  <a:srgbClr val="F72585"/>
                </a:solidFill>
                <a:latin typeface="굴림"/>
                <a:ea typeface="굴림"/>
                <a:cs typeface="굴림"/>
              </a:defRPr>
            </a:lvl4pPr>
            <a:lvl5pPr algn="l">
              <a:defRPr sz="3150" b="1">
                <a:solidFill>
                  <a:srgbClr val="F72585"/>
                </a:solidFill>
                <a:latin typeface="굴림"/>
                <a:ea typeface="굴림"/>
                <a:cs typeface="굴림"/>
              </a:defRPr>
            </a:lvl5pPr>
            <a:lvl6pPr algn="l">
              <a:defRPr sz="3150" b="1">
                <a:solidFill>
                  <a:srgbClr val="F72585"/>
                </a:solidFill>
                <a:latin typeface="굴림"/>
                <a:ea typeface="굴림"/>
                <a:cs typeface="굴림"/>
              </a:defRPr>
            </a:lvl6pPr>
            <a:lvl7pPr algn="l">
              <a:defRPr sz="3150" b="1">
                <a:solidFill>
                  <a:srgbClr val="F72585"/>
                </a:solidFill>
                <a:latin typeface="굴림"/>
                <a:ea typeface="굴림"/>
                <a:cs typeface="굴림"/>
              </a:defRPr>
            </a:lvl7pPr>
            <a:lvl8pPr algn="l">
              <a:defRPr sz="3150" b="1">
                <a:solidFill>
                  <a:srgbClr val="F72585"/>
                </a:solidFill>
                <a:latin typeface="굴림"/>
                <a:ea typeface="굴림"/>
                <a:cs typeface="굴림"/>
              </a:defRPr>
            </a:lvl8pPr>
            <a:lvl9pPr algn="l">
              <a:defRPr sz="3150" b="1">
                <a:solidFill>
                  <a:srgbClr val="F72585"/>
                </a:solidFill>
                <a:latin typeface="굴림"/>
                <a:ea typeface="굴림"/>
                <a:cs typeface="굴림"/>
              </a:defRPr>
            </a:lvl9pPr>
          </a:lstStyle>
          <a:p xmlns:a="http://schemas.openxmlformats.org/drawingml/2006/main">
            <a:pPr algn="l">
              <a:defRPr sz="3150" b="1">
                <a:solidFill>
                  <a:srgbClr val="F72585"/>
                </a:solidFill>
                <a:latin typeface="굴림"/>
                <a:ea typeface="굴림"/>
                <a:cs typeface="굴림"/>
              </a:defRPr>
            </a:pPr>
            <a:r>
              <a:rPr sz="3150" b="1">
                <a:solidFill>
                  <a:srgbClr val="F72585"/>
                </a:solidFill>
                <a:latin typeface="굴림"/>
                <a:ea typeface="굴림"/>
                <a:cs typeface="굴림"/>
              </a:rPr>
              <a:t>매일 04:00 KST</a:t>
            </a:r>
          </a:p>
        </p:txBody>
      </p:sp>
      <p:sp>
        <p:nvSpPr>
          <p:cNvPr id="10" name="purpose-1051">
            <a:extLst xmlns:a="http://schemas.openxmlformats.org/drawingml/2006/main">
              <a:ext uri="{FF2B5EF4-FFF2-40B4-BE49-F238E27FC236}">
                <a16:creationId xmlns:a16="http://schemas.microsoft.com/office/drawing/2014/main" id="{EA6DA470-02B8-47E7-B172-74C5E29E17C3}"/>
              </a:ext>
            </a:extLst>
          </p:cNvPr>
          <p:cNvSpPr>
            <a:spLocks xmlns:a="http://schemas.openxmlformats.org/drawingml/2006/main" noGrp="1"/>
          </p:cNvSpPr>
          <p:nvPr/>
        </p:nvSpPr>
        <p:spPr>
          <a:xfrm xmlns:a="http://schemas.openxmlformats.org/drawingml/2006/main">
            <a:off x="7524750" y="5619750"/>
            <a:ext cx="552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86B72"/>
                </a:solidFill>
                <a:latin typeface="굴림"/>
                <a:ea typeface="굴림"/>
                <a:cs typeface="굴림"/>
              </a:defRPr>
            </a:defPPr>
            <a:lvl1pPr algn="l">
              <a:defRPr sz="1950" b="0">
                <a:solidFill>
                  <a:srgbClr val="686B72"/>
                </a:solidFill>
                <a:latin typeface="굴림"/>
                <a:ea typeface="굴림"/>
                <a:cs typeface="굴림"/>
              </a:defRPr>
            </a:lvl1pPr>
            <a:lvl2pPr algn="l">
              <a:defRPr sz="1950" b="0">
                <a:solidFill>
                  <a:srgbClr val="686B72"/>
                </a:solidFill>
                <a:latin typeface="굴림"/>
                <a:ea typeface="굴림"/>
                <a:cs typeface="굴림"/>
              </a:defRPr>
            </a:lvl2pPr>
            <a:lvl3pPr algn="l">
              <a:defRPr sz="1950" b="0">
                <a:solidFill>
                  <a:srgbClr val="686B72"/>
                </a:solidFill>
                <a:latin typeface="굴림"/>
                <a:ea typeface="굴림"/>
                <a:cs typeface="굴림"/>
              </a:defRPr>
            </a:lvl3pPr>
            <a:lvl4pPr algn="l">
              <a:defRPr sz="1950" b="0">
                <a:solidFill>
                  <a:srgbClr val="686B72"/>
                </a:solidFill>
                <a:latin typeface="굴림"/>
                <a:ea typeface="굴림"/>
                <a:cs typeface="굴림"/>
              </a:defRPr>
            </a:lvl4pPr>
            <a:lvl5pPr algn="l">
              <a:defRPr sz="1950" b="0">
                <a:solidFill>
                  <a:srgbClr val="686B72"/>
                </a:solidFill>
                <a:latin typeface="굴림"/>
                <a:ea typeface="굴림"/>
                <a:cs typeface="굴림"/>
              </a:defRPr>
            </a:lvl5pPr>
            <a:lvl6pPr algn="l">
              <a:defRPr sz="1950" b="0">
                <a:solidFill>
                  <a:srgbClr val="686B72"/>
                </a:solidFill>
                <a:latin typeface="굴림"/>
                <a:ea typeface="굴림"/>
                <a:cs typeface="굴림"/>
              </a:defRPr>
            </a:lvl6pPr>
            <a:lvl7pPr algn="l">
              <a:defRPr sz="1950" b="0">
                <a:solidFill>
                  <a:srgbClr val="686B72"/>
                </a:solidFill>
                <a:latin typeface="굴림"/>
                <a:ea typeface="굴림"/>
                <a:cs typeface="굴림"/>
              </a:defRPr>
            </a:lvl7pPr>
            <a:lvl8pPr algn="l">
              <a:defRPr sz="1950" b="0">
                <a:solidFill>
                  <a:srgbClr val="686B72"/>
                </a:solidFill>
                <a:latin typeface="굴림"/>
                <a:ea typeface="굴림"/>
                <a:cs typeface="굴림"/>
              </a:defRPr>
            </a:lvl8pPr>
            <a:lvl9pPr algn="l">
              <a:defRPr sz="1950" b="0">
                <a:solidFill>
                  <a:srgbClr val="686B72"/>
                </a:solidFill>
                <a:latin typeface="굴림"/>
                <a:ea typeface="굴림"/>
                <a:cs typeface="굴림"/>
              </a:defRPr>
            </a:lvl9pPr>
          </a:lstStyle>
          <a:p xmlns:a="http://schemas.openxmlformats.org/drawingml/2006/main">
            <a:pPr algn="l">
              <a:defRPr sz="1950" b="0">
                <a:solidFill>
                  <a:srgbClr val="686B72"/>
                </a:solidFill>
                <a:latin typeface="굴림"/>
                <a:ea typeface="굴림"/>
                <a:cs typeface="굴림"/>
              </a:defRPr>
            </a:pPr>
            <a:r>
              <a:rPr sz="1950" b="0">
                <a:solidFill>
                  <a:srgbClr val="686B72"/>
                </a:solidFill>
                <a:latin typeface="굴림"/>
                <a:ea typeface="굴림"/>
                <a:cs typeface="굴림"/>
              </a:rPr>
              <a:t>분산 잠금과 배치 삭제로</a:t>
            </a:r>
          </a:p>
          <a:p xmlns:a="http://schemas.openxmlformats.org/drawingml/2006/main">
            <a:pPr algn="l">
              <a:defRPr sz="1950" b="0">
                <a:solidFill>
                  <a:srgbClr val="686B72"/>
                </a:solidFill>
                <a:latin typeface="굴림"/>
                <a:ea typeface="굴림"/>
                <a:cs typeface="굴림"/>
              </a:defRPr>
            </a:pPr>
            <a:r>
              <a:rPr sz="1950" b="0">
                <a:solidFill>
                  <a:srgbClr val="686B72"/>
                </a:solidFill>
                <a:latin typeface="굴림"/>
                <a:ea typeface="굴림"/>
                <a:cs typeface="굴림"/>
              </a:rPr>
              <a:t>중복 실행·긴 DB 잠금 완화</a:t>
            </a:r>
          </a:p>
        </p:txBody>
      </p:sp>
    </p:spTree>
    <p:extLst>
      <p:ext uri="{BB962C8B-B14F-4D97-AF65-F5344CB8AC3E}">
        <p14:creationId xmlns:p14="http://schemas.microsoft.com/office/powerpoint/2010/main" val="1332961840"/>
      </p:ext>
    </p:extLst>
  </p:cSld>
</p:sld>
</file>

<file path=ppt/slides/slide6.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24">
            <a:extLst xmlns:a="http://schemas.openxmlformats.org/drawingml/2006/main">
              <a:ext uri="{FF2B5EF4-FFF2-40B4-BE49-F238E27FC236}">
                <a16:creationId xmlns:a16="http://schemas.microsoft.com/office/drawing/2014/main" id="{46847710-6DED-41A2-ADBC-32355586735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25">
            <a:extLst xmlns:a="http://schemas.openxmlformats.org/drawingml/2006/main">
              <a:ext uri="{FF2B5EF4-FFF2-40B4-BE49-F238E27FC236}">
                <a16:creationId xmlns:a16="http://schemas.microsoft.com/office/drawing/2014/main" id="{851A6F30-7D27-43FA-80D1-706EE860A91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품질을 확인한 뒤 4B 모델로 운영 범위를 조정</a:t>
            </a:r>
          </a:p>
        </p:txBody>
      </p:sp>
      <p:sp>
        <p:nvSpPr>
          <p:cNvPr id="3" name="">
            <a:extLst xmlns:a="http://schemas.openxmlformats.org/drawingml/2006/main">
              <a:ext uri="{FF2B5EF4-FFF2-40B4-BE49-F238E27FC236}">
                <a16:creationId xmlns:a16="http://schemas.microsoft.com/office/drawing/2014/main" id="{8B7614D0-BE45-4281-BC7C-5346B799F8DD}"/>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26">
            <a:extLst xmlns:a="http://schemas.openxmlformats.org/drawingml/2006/main">
              <a:ext uri="{FF2B5EF4-FFF2-40B4-BE49-F238E27FC236}">
                <a16:creationId xmlns:a16="http://schemas.microsoft.com/office/drawing/2014/main" id="{3839FCEA-9596-4AAE-901F-9D138D7F3DB8}"/>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27">
            <a:extLst xmlns:a="http://schemas.openxmlformats.org/drawingml/2006/main">
              <a:ext uri="{FF2B5EF4-FFF2-40B4-BE49-F238E27FC236}">
                <a16:creationId xmlns:a16="http://schemas.microsoft.com/office/drawing/2014/main" id="{356A12F1-ED8D-4F17-9C58-4D59CDCDB51A}"/>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A1</a:t>
            </a:r>
          </a:p>
        </p:txBody>
      </p:sp>
      <p:graphicFrame>
        <p:nvGraphicFramePr>
          <p:cNvPr id="6" name="">
            <a:extLst xmlns:a="http://schemas.openxmlformats.org/drawingml/2006/main">
              <a:ext uri="{FF2B5EF4-FFF2-40B4-BE49-F238E27FC236}">
                <a16:creationId xmlns:a16="http://schemas.microsoft.com/office/drawing/2014/main" id="{9888C3B0-FB8C-48B4-A66C-DB32946B3452}"/>
              </a:ext>
            </a:extLst>
          </p:cNvPr>
          <p:cNvGraphicFramePr/>
          <p:nvPr/>
        </p:nvGraphicFramePr>
        <p:xfrm>
          <a:off xmlns:a="http://schemas.openxmlformats.org/drawingml/2006/main" x="619125" y="2143125"/>
          <a:ext xmlns:a="http://schemas.openxmlformats.org/drawingml/2006/main" cx="12468225" cy="3257550"/>
        </p:xfrm>
        <a:graphic xmlns:a="http://schemas.openxmlformats.org/drawingml/2006/main">
          <a:graphicData uri="http://schemas.openxmlformats.org/drawingml/2006/table">
            <a:tbl>
              <a:tblPr/>
              <a:tblGrid>
                <a:gridCol w="1619250"/>
                <a:gridCol w="7048500"/>
                <a:gridCol w="3800475"/>
              </a:tblGrid>
              <a:tr h="651510">
                <a:tc>
                  <a:txBody>
                    <a:bodyPr>
                      <a:noAutofit/>
                    </a:bodyPr>
                    <a:lstStyle/>
                    <a:p>
                      <a:r>
                        <a:rPr sz="1875" b="1">
                          <a:solidFill>
                            <a:srgbClr val="FFFFFF"/>
                          </a:solidFill>
                          <a:latin typeface="굴림"/>
                          <a:ea typeface="굴림"/>
                          <a:cs typeface="굴림"/>
                        </a:rPr>
                        <a:t>단계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확인한 내용</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선택</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1510">
                <a:tc>
                  <a:txBody>
                    <a:bodyPr>
                      <a:noAutofit/>
                    </a:bodyPr>
                    <a:lstStyle/>
                    <a:p>
                      <a:r>
                        <a:rPr sz="1875" b="1">
                          <a:solidFill>
                            <a:srgbClr val="F72585"/>
                          </a:solidFill>
                          <a:latin typeface="굴림"/>
                          <a:ea typeface="굴림"/>
                          <a:cs typeface="굴림"/>
                        </a:rPr>
                        <a:t>v1·v2</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작은 모델의 출력 형식·RAG 안정성 비교</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9개 후보에서 선별</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근거·상태·조건 판단과 지연을 함께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 14B OFF · 1차 MVP</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1510">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14B의 자원 부담과 P95 8.1초를 재검토</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4B 모델 튜닝으로 전환</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1510">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Instruct 버전과 Q4 / Q8을 같은 문항으로 비교</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Qwen3-4B-Instruct · Q4_K_M</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28">
            <a:extLst xmlns:a="http://schemas.openxmlformats.org/drawingml/2006/main">
              <a:ext uri="{FF2B5EF4-FFF2-40B4-BE49-F238E27FC236}">
                <a16:creationId xmlns:a16="http://schemas.microsoft.com/office/drawing/2014/main" id="{D93F3B06-F0F7-4F4A-8D20-30EC4A1A456B}"/>
              </a:ext>
            </a:extLst>
          </p:cNvPr>
          <p:cNvSpPr>
            <a:spLocks xmlns:a="http://schemas.openxmlformats.org/drawingml/2006/main" noGrp="1"/>
          </p:cNvSpPr>
          <p:nvPr/>
        </p:nvSpPr>
        <p:spPr>
          <a:xfrm xmlns:a="http://schemas.openxmlformats.org/drawingml/2006/main">
            <a:off x="619125" y="5800725"/>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72585"/>
                </a:solidFill>
                <a:latin typeface="굴림"/>
                <a:ea typeface="굴림"/>
                <a:cs typeface="굴림"/>
              </a:defRPr>
            </a:defPPr>
            <a:lvl1pPr algn="l">
              <a:defRPr sz="2250" b="1">
                <a:solidFill>
                  <a:srgbClr val="F72585"/>
                </a:solidFill>
                <a:latin typeface="굴림"/>
                <a:ea typeface="굴림"/>
                <a:cs typeface="굴림"/>
              </a:defRPr>
            </a:lvl1pPr>
            <a:lvl2pPr algn="l">
              <a:defRPr sz="2250" b="1">
                <a:solidFill>
                  <a:srgbClr val="F72585"/>
                </a:solidFill>
                <a:latin typeface="굴림"/>
                <a:ea typeface="굴림"/>
                <a:cs typeface="굴림"/>
              </a:defRPr>
            </a:lvl2pPr>
            <a:lvl3pPr algn="l">
              <a:defRPr sz="2250" b="1">
                <a:solidFill>
                  <a:srgbClr val="F72585"/>
                </a:solidFill>
                <a:latin typeface="굴림"/>
                <a:ea typeface="굴림"/>
                <a:cs typeface="굴림"/>
              </a:defRPr>
            </a:lvl3pPr>
            <a:lvl4pPr algn="l">
              <a:defRPr sz="2250" b="1">
                <a:solidFill>
                  <a:srgbClr val="F72585"/>
                </a:solidFill>
                <a:latin typeface="굴림"/>
                <a:ea typeface="굴림"/>
                <a:cs typeface="굴림"/>
              </a:defRPr>
            </a:lvl4pPr>
            <a:lvl5pPr algn="l">
              <a:defRPr sz="2250" b="1">
                <a:solidFill>
                  <a:srgbClr val="F72585"/>
                </a:solidFill>
                <a:latin typeface="굴림"/>
                <a:ea typeface="굴림"/>
                <a:cs typeface="굴림"/>
              </a:defRPr>
            </a:lvl5pPr>
            <a:lvl6pPr algn="l">
              <a:defRPr sz="2250" b="1">
                <a:solidFill>
                  <a:srgbClr val="F72585"/>
                </a:solidFill>
                <a:latin typeface="굴림"/>
                <a:ea typeface="굴림"/>
                <a:cs typeface="굴림"/>
              </a:defRPr>
            </a:lvl6pPr>
            <a:lvl7pPr algn="l">
              <a:defRPr sz="2250" b="1">
                <a:solidFill>
                  <a:srgbClr val="F72585"/>
                </a:solidFill>
                <a:latin typeface="굴림"/>
                <a:ea typeface="굴림"/>
                <a:cs typeface="굴림"/>
              </a:defRPr>
            </a:lvl7pPr>
            <a:lvl8pPr algn="l">
              <a:defRPr sz="2250" b="1">
                <a:solidFill>
                  <a:srgbClr val="F72585"/>
                </a:solidFill>
                <a:latin typeface="굴림"/>
                <a:ea typeface="굴림"/>
                <a:cs typeface="굴림"/>
              </a:defRPr>
            </a:lvl8pPr>
            <a:lvl9pPr algn="l">
              <a:defRPr sz="2250" b="1">
                <a:solidFill>
                  <a:srgbClr val="F72585"/>
                </a:solidFill>
                <a:latin typeface="굴림"/>
                <a:ea typeface="굴림"/>
                <a:cs typeface="굴림"/>
              </a:defRPr>
            </a:lvl9pPr>
          </a:lstStyle>
          <a:p xmlns:a="http://schemas.openxmlformats.org/drawingml/2006/main">
            <a:pPr algn="l">
              <a:defRPr sz="2250" b="1">
                <a:solidFill>
                  <a:srgbClr val="F72585"/>
                </a:solidFill>
                <a:latin typeface="굴림"/>
                <a:ea typeface="굴림"/>
                <a:cs typeface="굴림"/>
              </a:defRPr>
            </a:pPr>
            <a:r>
              <a:rPr sz="2250" b="1">
                <a:solidFill>
                  <a:srgbClr val="F72585"/>
                </a:solidFill>
                <a:latin typeface="굴림"/>
                <a:ea typeface="굴림"/>
                <a:cs typeface="굴림"/>
              </a:rPr>
              <a:t>평균 정답률과 함께 오답의 성격·응답 시간을 판단</a:t>
            </a:r>
          </a:p>
        </p:txBody>
      </p:sp>
    </p:spTree>
    <p:extLst>
      <p:ext uri="{BB962C8B-B14F-4D97-AF65-F5344CB8AC3E}">
        <p14:creationId xmlns:p14="http://schemas.microsoft.com/office/powerpoint/2010/main" val="1433368542"/>
      </p:ext>
    </p:extLst>
  </p:cSld>
</p:sld>
</file>

<file path=ppt/slides/slide7.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29">
            <a:extLst xmlns:a="http://schemas.openxmlformats.org/drawingml/2006/main">
              <a:ext uri="{FF2B5EF4-FFF2-40B4-BE49-F238E27FC236}">
                <a16:creationId xmlns:a16="http://schemas.microsoft.com/office/drawing/2014/main" id="{414E9441-D747-4963-8EBA-E9C5B8CF7348}"/>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모델 선정</a:t>
            </a:r>
          </a:p>
        </p:txBody>
      </p:sp>
      <p:sp>
        <p:nvSpPr>
          <p:cNvPr id="2" name="txt-30">
            <a:extLst xmlns:a="http://schemas.openxmlformats.org/drawingml/2006/main">
              <a:ext uri="{FF2B5EF4-FFF2-40B4-BE49-F238E27FC236}">
                <a16:creationId xmlns:a16="http://schemas.microsoft.com/office/drawing/2014/main" id="{A647129A-B6E7-4465-AC5B-D4D115B8FAEC}"/>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정답률 뒤에 있는 오답 유형을 분석</a:t>
            </a:r>
          </a:p>
        </p:txBody>
      </p:sp>
      <p:sp>
        <p:nvSpPr>
          <p:cNvPr id="3" name="">
            <a:extLst xmlns:a="http://schemas.openxmlformats.org/drawingml/2006/main">
              <a:ext uri="{FF2B5EF4-FFF2-40B4-BE49-F238E27FC236}">
                <a16:creationId xmlns:a16="http://schemas.microsoft.com/office/drawing/2014/main" id="{D92DB6B0-EF2D-48FA-8A35-7716B01B2842}"/>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31">
            <a:extLst xmlns:a="http://schemas.openxmlformats.org/drawingml/2006/main">
              <a:ext uri="{FF2B5EF4-FFF2-40B4-BE49-F238E27FC236}">
                <a16:creationId xmlns:a16="http://schemas.microsoft.com/office/drawing/2014/main" id="{AC462AD6-56DC-4689-8A74-71F2E0E2EE3D}"/>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32">
            <a:extLst xmlns:a="http://schemas.openxmlformats.org/drawingml/2006/main">
              <a:ext uri="{FF2B5EF4-FFF2-40B4-BE49-F238E27FC236}">
                <a16:creationId xmlns:a16="http://schemas.microsoft.com/office/drawing/2014/main" id="{E7F67968-F02A-49DE-BB2B-97B7B6213D06}"/>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A2</a:t>
            </a:r>
          </a:p>
        </p:txBody>
      </p:sp>
      <p:sp>
        <p:nvSpPr>
          <p:cNvPr id="6" name="txt-33">
            <a:extLst xmlns:a="http://schemas.openxmlformats.org/drawingml/2006/main">
              <a:ext uri="{FF2B5EF4-FFF2-40B4-BE49-F238E27FC236}">
                <a16:creationId xmlns:a16="http://schemas.microsoft.com/office/drawing/2014/main" id="{9B912396-D7FC-4790-8840-F2164258439C}"/>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v4 · 고정 컨텍스트 · RT 제외 · Gemma 2,598행 / Qwen 2,600행</a:t>
            </a:r>
          </a:p>
        </p:txBody>
      </p:sp>
      <p:graphicFrame>
        <p:nvGraphicFramePr>
          <p:cNvPr id="7" name="">
            <a:extLst xmlns:a="http://schemas.openxmlformats.org/drawingml/2006/main">
              <a:ext uri="{FF2B5EF4-FFF2-40B4-BE49-F238E27FC236}">
                <a16:creationId xmlns:a16="http://schemas.microsoft.com/office/drawing/2014/main" id="{18552359-6A91-43A4-96AF-0B67201AEFEB}"/>
              </a:ext>
            </a:extLst>
          </p:cNvPr>
          <p:cNvGraphicFramePr/>
          <p:nvPr/>
        </p:nvGraphicFramePr>
        <p:xfrm>
          <a:off xmlns:a="http://schemas.openxmlformats.org/drawingml/2006/main" x="619125" y="2171700"/>
          <a:ext xmlns:a="http://schemas.openxmlformats.org/drawingml/2006/main" cx="12468225" cy="2905125"/>
        </p:xfrm>
        <a:graphic xmlns:a="http://schemas.openxmlformats.org/drawingml/2006/main">
          <a:graphicData uri="http://schemas.openxmlformats.org/drawingml/2006/table">
            <a:tbl>
              <a:tblPr/>
              <a:tblGrid>
                <a:gridCol w="5905500"/>
                <a:gridCol w="3276600"/>
                <a:gridCol w="3286125"/>
              </a:tblGrid>
              <a:tr h="581025">
                <a:tc>
                  <a:txBody>
                    <a:bodyPr>
                      <a:noAutofit/>
                    </a:bodyPr>
                    <a:lstStyle/>
                    <a:p>
                      <a:r>
                        <a:rPr sz="1950" b="1">
                          <a:solidFill>
                            <a:srgbClr val="FFFFFF"/>
                          </a:solidFill>
                          <a:latin typeface="굴림"/>
                          <a:ea typeface="굴림"/>
                          <a:cs typeface="굴림"/>
                        </a:rPr>
                        <a:t>비교 기준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Gemma3 4B</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Qwen3 4B OFF</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81025">
                <a:tc>
                  <a:txBody>
                    <a:bodyPr>
                      <a:noAutofit/>
                    </a:bodyPr>
                    <a:lstStyle/>
                    <a:p>
                      <a:r>
                        <a:rPr sz="1950" b="1">
                          <a:solidFill>
                            <a:srgbClr val="F72585"/>
                          </a:solidFill>
                          <a:latin typeface="굴림"/>
                          <a:ea typeface="굴림"/>
                          <a:cs typeface="굴림"/>
                        </a:rPr>
                        <a:t>전체 정답률</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65.1%</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63.0%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81025">
                <a:tc>
                  <a:txBody>
                    <a:bodyPr>
                      <a:noAutofit/>
                    </a:bodyPr>
                    <a:lstStyle/>
                    <a:p>
                      <a:r>
                        <a:rPr sz="1950" b="1">
                          <a:solidFill>
                            <a:srgbClr val="F72585"/>
                          </a:solidFill>
                          <a:latin typeface="굴림"/>
                          <a:ea typeface="굴림"/>
                          <a:cs typeface="굴림"/>
                        </a:rPr>
                        <a:t>오답 중 과잉 보류</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3.5%  (32 / 908)</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36.6%  (352 / 962)</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81025">
                <a:tc>
                  <a:txBody>
                    <a:bodyPr>
                      <a:noAutofit/>
                    </a:bodyPr>
                    <a:lstStyle/>
                    <a:p>
                      <a:r>
                        <a:rPr sz="1950" b="1">
                          <a:solidFill>
                            <a:srgbClr val="F72585"/>
                          </a:solidFill>
                          <a:latin typeface="굴림"/>
                          <a:ea typeface="굴림"/>
                          <a:cs typeface="굴림"/>
                        </a:rPr>
                        <a:t>실제로 답한 경우의 정답률¹</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69.9%</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77.0%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81025">
                <a:tc>
                  <a:txBody>
                    <a:bodyPr>
                      <a:noAutofit/>
                    </a:bodyPr>
                    <a:lstStyle/>
                    <a:p>
                      <a:r>
                        <a:rPr sz="1950" b="1">
                          <a:solidFill>
                            <a:srgbClr val="F72585"/>
                          </a:solidFill>
                          <a:latin typeface="굴림"/>
                          <a:ea typeface="굴림"/>
                          <a:cs typeface="굴림"/>
                        </a:rPr>
                        <a:t>보류가 정답인 문항의 정답률</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79.5%</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87.2%</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34">
            <a:extLst xmlns:a="http://schemas.openxmlformats.org/drawingml/2006/main">
              <a:ext uri="{FF2B5EF4-FFF2-40B4-BE49-F238E27FC236}">
                <a16:creationId xmlns:a16="http://schemas.microsoft.com/office/drawing/2014/main" id="{38F84293-92CA-407D-BE42-E02E64509B69}"/>
              </a:ext>
            </a:extLst>
          </p:cNvPr>
          <p:cNvSpPr>
            <a:spLocks xmlns:a="http://schemas.openxmlformats.org/drawingml/2006/main" noGrp="1"/>
          </p:cNvSpPr>
          <p:nvPr/>
        </p:nvSpPr>
        <p:spPr>
          <a:xfrm xmlns:a="http://schemas.openxmlformats.org/drawingml/2006/main">
            <a:off x="619125" y="5467350"/>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Qwen의 과잉 보류를 튜닝 대상으로 선택</a:t>
            </a:r>
          </a:p>
        </p:txBody>
      </p:sp>
      <p:sp>
        <p:nvSpPr>
          <p:cNvPr id="9" name="txt-35">
            <a:extLst xmlns:a="http://schemas.openxmlformats.org/drawingml/2006/main">
              <a:ext uri="{FF2B5EF4-FFF2-40B4-BE49-F238E27FC236}">
                <a16:creationId xmlns:a16="http://schemas.microsoft.com/office/drawing/2014/main" id="{A3EAA15F-4273-437B-A2B8-278D4487DCDF}"/>
              </a:ext>
            </a:extLst>
          </p:cNvPr>
          <p:cNvSpPr>
            <a:spLocks xmlns:a="http://schemas.openxmlformats.org/drawingml/2006/main" noGrp="1"/>
          </p:cNvSpPr>
          <p:nvPr/>
        </p:nvSpPr>
        <p:spPr>
          <a:xfrm xmlns:a="http://schemas.openxmlformats.org/drawingml/2006/main">
            <a:off x="619125" y="5991225"/>
            <a:ext cx="1238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6B72"/>
                </a:solidFill>
                <a:latin typeface="굴림"/>
                <a:ea typeface="굴림"/>
                <a:cs typeface="굴림"/>
              </a:defRPr>
            </a:defPPr>
            <a:lvl1pPr algn="l">
              <a:defRPr sz="1800" b="0">
                <a:solidFill>
                  <a:srgbClr val="686B72"/>
                </a:solidFill>
                <a:latin typeface="굴림"/>
                <a:ea typeface="굴림"/>
                <a:cs typeface="굴림"/>
              </a:defRPr>
            </a:lvl1pPr>
            <a:lvl2pPr algn="l">
              <a:defRPr sz="1800" b="0">
                <a:solidFill>
                  <a:srgbClr val="686B72"/>
                </a:solidFill>
                <a:latin typeface="굴림"/>
                <a:ea typeface="굴림"/>
                <a:cs typeface="굴림"/>
              </a:defRPr>
            </a:lvl2pPr>
            <a:lvl3pPr algn="l">
              <a:defRPr sz="1800" b="0">
                <a:solidFill>
                  <a:srgbClr val="686B72"/>
                </a:solidFill>
                <a:latin typeface="굴림"/>
                <a:ea typeface="굴림"/>
                <a:cs typeface="굴림"/>
              </a:defRPr>
            </a:lvl3pPr>
            <a:lvl4pPr algn="l">
              <a:defRPr sz="1800" b="0">
                <a:solidFill>
                  <a:srgbClr val="686B72"/>
                </a:solidFill>
                <a:latin typeface="굴림"/>
                <a:ea typeface="굴림"/>
                <a:cs typeface="굴림"/>
              </a:defRPr>
            </a:lvl4pPr>
            <a:lvl5pPr algn="l">
              <a:defRPr sz="1800" b="0">
                <a:solidFill>
                  <a:srgbClr val="686B72"/>
                </a:solidFill>
                <a:latin typeface="굴림"/>
                <a:ea typeface="굴림"/>
                <a:cs typeface="굴림"/>
              </a:defRPr>
            </a:lvl5pPr>
            <a:lvl6pPr algn="l">
              <a:defRPr sz="1800" b="0">
                <a:solidFill>
                  <a:srgbClr val="686B72"/>
                </a:solidFill>
                <a:latin typeface="굴림"/>
                <a:ea typeface="굴림"/>
                <a:cs typeface="굴림"/>
              </a:defRPr>
            </a:lvl6pPr>
            <a:lvl7pPr algn="l">
              <a:defRPr sz="1800" b="0">
                <a:solidFill>
                  <a:srgbClr val="686B72"/>
                </a:solidFill>
                <a:latin typeface="굴림"/>
                <a:ea typeface="굴림"/>
                <a:cs typeface="굴림"/>
              </a:defRPr>
            </a:lvl7pPr>
            <a:lvl8pPr algn="l">
              <a:defRPr sz="1800" b="0">
                <a:solidFill>
                  <a:srgbClr val="686B72"/>
                </a:solidFill>
                <a:latin typeface="굴림"/>
                <a:ea typeface="굴림"/>
                <a:cs typeface="굴림"/>
              </a:defRPr>
            </a:lvl8pPr>
            <a:lvl9pPr algn="l">
              <a:defRPr sz="1800" b="0">
                <a:solidFill>
                  <a:srgbClr val="686B72"/>
                </a:solidFill>
                <a:latin typeface="굴림"/>
                <a:ea typeface="굴림"/>
                <a:cs typeface="굴림"/>
              </a:defRPr>
            </a:lvl9pPr>
          </a:lstStyle>
          <a:p xmlns:a="http://schemas.openxmlformats.org/drawingml/2006/main">
            <a:pPr algn="l">
              <a:defRPr sz="1800" b="0">
                <a:solidFill>
                  <a:srgbClr val="686B72"/>
                </a:solidFill>
                <a:latin typeface="굴림"/>
                <a:ea typeface="굴림"/>
                <a:cs typeface="굴림"/>
              </a:defRPr>
            </a:pPr>
            <a:r>
              <a:rPr sz="1800" b="0">
                <a:solidFill>
                  <a:srgbClr val="686B72"/>
                </a:solidFill>
                <a:latin typeface="굴림"/>
                <a:ea typeface="굴림"/>
                <a:cs typeface="굴림"/>
              </a:rPr>
              <a:t>¹ 기대 ANSWER 중 실제 답한 부분집합의 결과로, 자신 있는 문항을 고른 효과도 포함</a:t>
            </a:r>
          </a:p>
        </p:txBody>
      </p:sp>
    </p:spTree>
    <p:extLst>
      <p:ext uri="{BB962C8B-B14F-4D97-AF65-F5344CB8AC3E}">
        <p14:creationId xmlns:p14="http://schemas.microsoft.com/office/powerpoint/2010/main" val="1447917421"/>
      </p:ext>
    </p:extLst>
  </p:cSld>
</p:sld>
</file>

<file path=ppt/slides/slide8.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xt-63">
            <a:extLst xmlns:a="http://schemas.openxmlformats.org/drawingml/2006/main">
              <a:ext uri="{FF2B5EF4-FFF2-40B4-BE49-F238E27FC236}">
                <a16:creationId xmlns:a16="http://schemas.microsoft.com/office/drawing/2014/main" id="{C4B69E12-2DCA-45E4-91AA-B1E916714FB7}"/>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64">
            <a:extLst xmlns:a="http://schemas.openxmlformats.org/drawingml/2006/main">
              <a:ext uri="{FF2B5EF4-FFF2-40B4-BE49-F238E27FC236}">
                <a16:creationId xmlns:a16="http://schemas.microsoft.com/office/drawing/2014/main" id="{4FFC9FF7-F3B9-463A-9E1D-A16E24059D2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명확한 질문은 원문으로 먼저 검색</a:t>
            </a:r>
          </a:p>
        </p:txBody>
      </p:sp>
      <p:sp>
        <p:nvSpPr>
          <p:cNvPr id="3" name="">
            <a:extLst xmlns:a="http://schemas.openxmlformats.org/drawingml/2006/main">
              <a:ext uri="{FF2B5EF4-FFF2-40B4-BE49-F238E27FC236}">
                <a16:creationId xmlns:a16="http://schemas.microsoft.com/office/drawing/2014/main" id="{7494DC98-9C67-4729-A82E-39AF3A02019B}"/>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65">
            <a:extLst xmlns:a="http://schemas.openxmlformats.org/drawingml/2006/main">
              <a:ext uri="{FF2B5EF4-FFF2-40B4-BE49-F238E27FC236}">
                <a16:creationId xmlns:a16="http://schemas.microsoft.com/office/drawing/2014/main" id="{ED26E153-2658-42D2-AB09-EE458E23E7C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66">
            <a:extLst xmlns:a="http://schemas.openxmlformats.org/drawingml/2006/main">
              <a:ext uri="{FF2B5EF4-FFF2-40B4-BE49-F238E27FC236}">
                <a16:creationId xmlns:a16="http://schemas.microsoft.com/office/drawing/2014/main" id="{D0E8BA66-37CC-4BD3-88E1-BABDC0C49F69}"/>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A3</a:t>
            </a:r>
          </a:p>
        </p:txBody>
      </p:sp>
      <p:sp>
        <p:nvSpPr>
          <p:cNvPr id="6" name="txt-67">
            <a:extLst xmlns:a="http://schemas.openxmlformats.org/drawingml/2006/main">
              <a:ext uri="{FF2B5EF4-FFF2-40B4-BE49-F238E27FC236}">
                <a16:creationId xmlns:a16="http://schemas.microsoft.com/office/drawing/2014/main" id="{BAB7BC30-8AF1-4862-89CA-C4BBF1CF1549}"/>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2차 재설계 실험 · 이전 대화 없는 141건 중 66건 · 운영 전체 트래픽 비율이 아님</a:t>
            </a:r>
          </a:p>
        </p:txBody>
      </p:sp>
      <p:sp>
        <p:nvSpPr>
          <p:cNvPr id="7" name="txt-68">
            <a:extLst xmlns:a="http://schemas.openxmlformats.org/drawingml/2006/main">
              <a:ext uri="{FF2B5EF4-FFF2-40B4-BE49-F238E27FC236}">
                <a16:creationId xmlns:a16="http://schemas.microsoft.com/office/drawing/2014/main" id="{6023532D-12C9-4591-A1B1-BFD05FAC43D1}"/>
              </a:ext>
            </a:extLst>
          </p:cNvPr>
          <p:cNvSpPr>
            <a:spLocks xmlns:a="http://schemas.openxmlformats.org/drawingml/2006/main" noGrp="1"/>
          </p:cNvSpPr>
          <p:nvPr/>
        </p:nvSpPr>
        <p:spPr>
          <a:xfrm xmlns:a="http://schemas.openxmlformats.org/drawingml/2006/main">
            <a:off x="619125" y="2209800"/>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825" b="1">
                <a:solidFill>
                  <a:srgbClr val="F72585"/>
                </a:solidFill>
                <a:latin typeface="굴림"/>
                <a:ea typeface="굴림"/>
                <a:cs typeface="굴림"/>
              </a:defRPr>
            </a:defPPr>
            <a:lvl1pPr algn="l">
              <a:defRPr sz="6825" b="1">
                <a:solidFill>
                  <a:srgbClr val="F72585"/>
                </a:solidFill>
                <a:latin typeface="굴림"/>
                <a:ea typeface="굴림"/>
                <a:cs typeface="굴림"/>
              </a:defRPr>
            </a:lvl1pPr>
            <a:lvl2pPr algn="l">
              <a:defRPr sz="6825" b="1">
                <a:solidFill>
                  <a:srgbClr val="F72585"/>
                </a:solidFill>
                <a:latin typeface="굴림"/>
                <a:ea typeface="굴림"/>
                <a:cs typeface="굴림"/>
              </a:defRPr>
            </a:lvl2pPr>
            <a:lvl3pPr algn="l">
              <a:defRPr sz="6825" b="1">
                <a:solidFill>
                  <a:srgbClr val="F72585"/>
                </a:solidFill>
                <a:latin typeface="굴림"/>
                <a:ea typeface="굴림"/>
                <a:cs typeface="굴림"/>
              </a:defRPr>
            </a:lvl3pPr>
            <a:lvl4pPr algn="l">
              <a:defRPr sz="6825" b="1">
                <a:solidFill>
                  <a:srgbClr val="F72585"/>
                </a:solidFill>
                <a:latin typeface="굴림"/>
                <a:ea typeface="굴림"/>
                <a:cs typeface="굴림"/>
              </a:defRPr>
            </a:lvl4pPr>
            <a:lvl5pPr algn="l">
              <a:defRPr sz="6825" b="1">
                <a:solidFill>
                  <a:srgbClr val="F72585"/>
                </a:solidFill>
                <a:latin typeface="굴림"/>
                <a:ea typeface="굴림"/>
                <a:cs typeface="굴림"/>
              </a:defRPr>
            </a:lvl5pPr>
            <a:lvl6pPr algn="l">
              <a:defRPr sz="6825" b="1">
                <a:solidFill>
                  <a:srgbClr val="F72585"/>
                </a:solidFill>
                <a:latin typeface="굴림"/>
                <a:ea typeface="굴림"/>
                <a:cs typeface="굴림"/>
              </a:defRPr>
            </a:lvl6pPr>
            <a:lvl7pPr algn="l">
              <a:defRPr sz="6825" b="1">
                <a:solidFill>
                  <a:srgbClr val="F72585"/>
                </a:solidFill>
                <a:latin typeface="굴림"/>
                <a:ea typeface="굴림"/>
                <a:cs typeface="굴림"/>
              </a:defRPr>
            </a:lvl7pPr>
            <a:lvl8pPr algn="l">
              <a:defRPr sz="6825" b="1">
                <a:solidFill>
                  <a:srgbClr val="F72585"/>
                </a:solidFill>
                <a:latin typeface="굴림"/>
                <a:ea typeface="굴림"/>
                <a:cs typeface="굴림"/>
              </a:defRPr>
            </a:lvl8pPr>
            <a:lvl9pPr algn="l">
              <a:defRPr sz="6825" b="1">
                <a:solidFill>
                  <a:srgbClr val="F72585"/>
                </a:solidFill>
                <a:latin typeface="굴림"/>
                <a:ea typeface="굴림"/>
                <a:cs typeface="굴림"/>
              </a:defRPr>
            </a:lvl9pPr>
          </a:lstStyle>
          <a:p xmlns:a="http://schemas.openxmlformats.org/drawingml/2006/main">
            <a:pPr algn="l">
              <a:defRPr sz="6825" b="1">
                <a:solidFill>
                  <a:srgbClr val="F72585"/>
                </a:solidFill>
                <a:latin typeface="굴림"/>
                <a:ea typeface="굴림"/>
                <a:cs typeface="굴림"/>
              </a:defRPr>
            </a:pPr>
            <a:r>
              <a:rPr sz="6825" b="1">
                <a:solidFill>
                  <a:srgbClr val="F72585"/>
                </a:solidFill>
                <a:latin typeface="굴림"/>
                <a:ea typeface="굴림"/>
                <a:cs typeface="굴림"/>
              </a:rPr>
              <a:t>47%</a:t>
            </a:r>
          </a:p>
        </p:txBody>
      </p:sp>
      <p:sp>
        <p:nvSpPr>
          <p:cNvPr id="8" name="txt-69">
            <a:extLst xmlns:a="http://schemas.openxmlformats.org/drawingml/2006/main">
              <a:ext uri="{FF2B5EF4-FFF2-40B4-BE49-F238E27FC236}">
                <a16:creationId xmlns:a16="http://schemas.microsoft.com/office/drawing/2014/main" id="{758A594F-F6C9-4FAE-B609-31640405A527}"/>
              </a:ext>
            </a:extLst>
          </p:cNvPr>
          <p:cNvSpPr>
            <a:spLocks xmlns:a="http://schemas.openxmlformats.org/drawingml/2006/main" noGrp="1"/>
          </p:cNvSpPr>
          <p:nvPr/>
        </p:nvSpPr>
        <p:spPr>
          <a:xfrm xmlns:a="http://schemas.openxmlformats.org/drawingml/2006/main">
            <a:off x="5172075" y="2381250"/>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171A"/>
                </a:solidFill>
                <a:latin typeface="굴림"/>
                <a:ea typeface="굴림"/>
                <a:cs typeface="굴림"/>
              </a:defRPr>
            </a:defPPr>
            <a:lvl1pPr algn="l">
              <a:defRPr sz="2475" b="1">
                <a:solidFill>
                  <a:srgbClr val="17171A"/>
                </a:solidFill>
                <a:latin typeface="굴림"/>
                <a:ea typeface="굴림"/>
                <a:cs typeface="굴림"/>
              </a:defRPr>
            </a:lvl1pPr>
            <a:lvl2pPr algn="l">
              <a:defRPr sz="2475" b="1">
                <a:solidFill>
                  <a:srgbClr val="17171A"/>
                </a:solidFill>
                <a:latin typeface="굴림"/>
                <a:ea typeface="굴림"/>
                <a:cs typeface="굴림"/>
              </a:defRPr>
            </a:lvl2pPr>
            <a:lvl3pPr algn="l">
              <a:defRPr sz="2475" b="1">
                <a:solidFill>
                  <a:srgbClr val="17171A"/>
                </a:solidFill>
                <a:latin typeface="굴림"/>
                <a:ea typeface="굴림"/>
                <a:cs typeface="굴림"/>
              </a:defRPr>
            </a:lvl3pPr>
            <a:lvl4pPr algn="l">
              <a:defRPr sz="2475" b="1">
                <a:solidFill>
                  <a:srgbClr val="17171A"/>
                </a:solidFill>
                <a:latin typeface="굴림"/>
                <a:ea typeface="굴림"/>
                <a:cs typeface="굴림"/>
              </a:defRPr>
            </a:lvl4pPr>
            <a:lvl5pPr algn="l">
              <a:defRPr sz="2475" b="1">
                <a:solidFill>
                  <a:srgbClr val="17171A"/>
                </a:solidFill>
                <a:latin typeface="굴림"/>
                <a:ea typeface="굴림"/>
                <a:cs typeface="굴림"/>
              </a:defRPr>
            </a:lvl5pPr>
            <a:lvl6pPr algn="l">
              <a:defRPr sz="2475" b="1">
                <a:solidFill>
                  <a:srgbClr val="17171A"/>
                </a:solidFill>
                <a:latin typeface="굴림"/>
                <a:ea typeface="굴림"/>
                <a:cs typeface="굴림"/>
              </a:defRPr>
            </a:lvl6pPr>
            <a:lvl7pPr algn="l">
              <a:defRPr sz="2475" b="1">
                <a:solidFill>
                  <a:srgbClr val="17171A"/>
                </a:solidFill>
                <a:latin typeface="굴림"/>
                <a:ea typeface="굴림"/>
                <a:cs typeface="굴림"/>
              </a:defRPr>
            </a:lvl7pPr>
            <a:lvl8pPr algn="l">
              <a:defRPr sz="2475" b="1">
                <a:solidFill>
                  <a:srgbClr val="17171A"/>
                </a:solidFill>
                <a:latin typeface="굴림"/>
                <a:ea typeface="굴림"/>
                <a:cs typeface="굴림"/>
              </a:defRPr>
            </a:lvl8pPr>
            <a:lvl9pPr algn="l">
              <a:defRPr sz="2475" b="1">
                <a:solidFill>
                  <a:srgbClr val="17171A"/>
                </a:solidFill>
                <a:latin typeface="굴림"/>
                <a:ea typeface="굴림"/>
                <a:cs typeface="굴림"/>
              </a:defRPr>
            </a:lvl9pPr>
          </a:lstStyle>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판정 LLM을 생략하고</a:t>
            </a:r>
          </a:p>
          <a:p xmlns:a="http://schemas.openxmlformats.org/drawingml/2006/main">
            <a:pPr algn="l">
              <a:defRPr sz="2475" b="1">
                <a:solidFill>
                  <a:srgbClr val="17171A"/>
                </a:solidFill>
                <a:latin typeface="굴림"/>
                <a:ea typeface="굴림"/>
                <a:cs typeface="굴림"/>
              </a:defRPr>
            </a:pPr>
            <a:r>
              <a:rPr sz="2475" b="1">
                <a:solidFill>
                  <a:srgbClr val="17171A"/>
                </a:solidFill>
                <a:latin typeface="굴림"/>
                <a:ea typeface="굴림"/>
                <a:cs typeface="굴림"/>
              </a:rPr>
              <a:t>원문 검색으로 처리</a:t>
            </a:r>
          </a:p>
        </p:txBody>
      </p:sp>
      <p:graphicFrame>
        <p:nvGraphicFramePr>
          <p:cNvPr id="9" name="">
            <a:extLst xmlns:a="http://schemas.openxmlformats.org/drawingml/2006/main">
              <a:ext uri="{FF2B5EF4-FFF2-40B4-BE49-F238E27FC236}">
                <a16:creationId xmlns:a16="http://schemas.microsoft.com/office/drawing/2014/main" id="{6A77E108-526D-434A-B4E2-83D47EA5C487}"/>
              </a:ext>
            </a:extLst>
          </p:cNvPr>
          <p:cNvGraphicFramePr/>
          <p:nvPr/>
        </p:nvGraphicFramePr>
        <p:xfrm>
          <a:off xmlns:a="http://schemas.openxmlformats.org/drawingml/2006/main" x="619125" y="3819525"/>
          <a:ext xmlns:a="http://schemas.openxmlformats.org/drawingml/2006/main" cx="12468225" cy="2171700"/>
        </p:xfrm>
        <a:graphic xmlns:a="http://schemas.openxmlformats.org/drawingml/2006/main">
          <a:graphicData uri="http://schemas.openxmlformats.org/drawingml/2006/table">
            <a:tbl>
              <a:tblPr/>
              <a:tblGrid>
                <a:gridCol w="5715000"/>
                <a:gridCol w="6753225"/>
              </a:tblGrid>
              <a:tr h="542925">
                <a:tc>
                  <a:txBody>
                    <a:bodyPr>
                      <a:noAutofit/>
                    </a:bodyPr>
                    <a:lstStyle/>
                    <a:p>
                      <a:r>
                        <a:rPr sz="1875" b="1">
                          <a:solidFill>
                            <a:srgbClr val="FFFFFF"/>
                          </a:solidFill>
                          <a:latin typeface="굴림"/>
                          <a:ea typeface="굴림"/>
                          <a:cs typeface="굴림"/>
                        </a:rPr>
                        <a:t>판정 LLM을 부르는 표지</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예시</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42925">
                <a:tc>
                  <a:txBody>
                    <a:bodyPr>
                      <a:noAutofit/>
                    </a:bodyPr>
                    <a:lstStyle/>
                    <a:p>
                      <a:r>
                        <a:rPr sz="1875" b="1">
                          <a:solidFill>
                            <a:srgbClr val="F72585"/>
                          </a:solidFill>
                          <a:latin typeface="굴림"/>
                          <a:ea typeface="굴림"/>
                          <a:cs typeface="굴림"/>
                        </a:rPr>
                        <a:t>질문 분리 가능성</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여러 문장, 나열어, 접속조사, 연결어미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42925">
                <a:tc>
                  <a:txBody>
                    <a:bodyPr>
                      <a:noAutofit/>
                    </a:bodyPr>
                    <a:lstStyle/>
                    <a:p>
                      <a:r>
                        <a:rPr sz="1875" b="1">
                          <a:solidFill>
                            <a:srgbClr val="F72585"/>
                          </a:solidFill>
                          <a:latin typeface="굴림"/>
                          <a:ea typeface="굴림"/>
                          <a:cs typeface="굴림"/>
                        </a:rPr>
                        <a:t>이전 대화에 기대는 질문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그거, 그럼, ~은요?, 조건 바꾸기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42925">
                <a:tc>
                  <a:txBody>
                    <a:bodyPr>
                      <a:noAutofit/>
                    </a:bodyPr>
                    <a:lstStyle/>
                    <a:p>
                      <a:r>
                        <a:rPr sz="1875" b="1">
                          <a:solidFill>
                            <a:srgbClr val="F72585"/>
                          </a:solidFill>
                          <a:latin typeface="굴림"/>
                          <a:ea typeface="굴림"/>
                          <a:cs typeface="굴림"/>
                        </a:rPr>
                        <a:t>표지가 없지만 원문 검색 실패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근거 부족 또는 답변 문장 검사 실패</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bl>
          </a:graphicData>
        </a:graphic>
      </p:graphicFrame>
    </p:spTree>
    <p:extLst>
      <p:ext uri="{BB962C8B-B14F-4D97-AF65-F5344CB8AC3E}">
        <p14:creationId xmlns:p14="http://schemas.microsoft.com/office/powerpoint/2010/main" val="43494999"/>
      </p:ext>
    </p:extLst>
  </p:cSld>
</p:sld>
</file>

<file path=ppt/slides/slide9.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xt-70">
            <a:extLst xmlns:a="http://schemas.openxmlformats.org/drawingml/2006/main">
              <a:ext uri="{FF2B5EF4-FFF2-40B4-BE49-F238E27FC236}">
                <a16:creationId xmlns:a16="http://schemas.microsoft.com/office/drawing/2014/main" id="{9D054764-718E-4199-B108-1146EB4F7494}"/>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71">
            <a:extLst xmlns:a="http://schemas.openxmlformats.org/drawingml/2006/main">
              <a:ext uri="{FF2B5EF4-FFF2-40B4-BE49-F238E27FC236}">
                <a16:creationId xmlns:a16="http://schemas.microsoft.com/office/drawing/2014/main" id="{CAFE3F4E-685E-4D80-A89B-E9F5F0EEA21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판정 LLM은 검색어 생성에 집중</a:t>
            </a:r>
          </a:p>
        </p:txBody>
      </p:sp>
      <p:sp>
        <p:nvSpPr>
          <p:cNvPr id="3" name="">
            <a:extLst xmlns:a="http://schemas.openxmlformats.org/drawingml/2006/main">
              <a:ext uri="{FF2B5EF4-FFF2-40B4-BE49-F238E27FC236}">
                <a16:creationId xmlns:a16="http://schemas.microsoft.com/office/drawing/2014/main" id="{15A0337D-B0F2-49D0-862D-666A6FD842E6}"/>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72">
            <a:extLst xmlns:a="http://schemas.openxmlformats.org/drawingml/2006/main">
              <a:ext uri="{FF2B5EF4-FFF2-40B4-BE49-F238E27FC236}">
                <a16:creationId xmlns:a16="http://schemas.microsoft.com/office/drawing/2014/main" id="{B0E59A5C-D2C5-4873-81A0-E6D4D39E5D81}"/>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73">
            <a:extLst xmlns:a="http://schemas.openxmlformats.org/drawingml/2006/main">
              <a:ext uri="{FF2B5EF4-FFF2-40B4-BE49-F238E27FC236}">
                <a16:creationId xmlns:a16="http://schemas.microsoft.com/office/drawing/2014/main" id="{0C1C8F0C-D301-43DB-9974-65150955F78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A4</a:t>
            </a:r>
          </a:p>
        </p:txBody>
      </p:sp>
      <p:sp>
        <p:nvSpPr>
          <p:cNvPr id="6" name="txt-74">
            <a:extLst xmlns:a="http://schemas.openxmlformats.org/drawingml/2006/main">
              <a:ext uri="{FF2B5EF4-FFF2-40B4-BE49-F238E27FC236}">
                <a16:creationId xmlns:a16="http://schemas.microsoft.com/office/drawing/2014/main" id="{F5FB0E0F-6091-41B2-941F-D24229EFFDC4}"/>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복합 질문 100건 · 로컬 Ollama Q4_K_M · 1회 실행 · AI 생성 문항·판정, 사람 검수 전</a:t>
            </a:r>
          </a:p>
        </p:txBody>
      </p:sp>
      <p:graphicFrame>
        <p:nvGraphicFramePr>
          <p:cNvPr id="7" name="">
            <a:extLst xmlns:a="http://schemas.openxmlformats.org/drawingml/2006/main">
              <a:ext uri="{FF2B5EF4-FFF2-40B4-BE49-F238E27FC236}">
                <a16:creationId xmlns:a16="http://schemas.microsoft.com/office/drawing/2014/main" id="{74CF71DD-DC5D-440F-8E5A-7A725FB19C67}"/>
              </a:ext>
            </a:extLst>
          </p:cNvPr>
          <p:cNvGraphicFramePr/>
          <p:nvPr/>
        </p:nvGraphicFramePr>
        <p:xfrm>
          <a:off xmlns:a="http://schemas.openxmlformats.org/drawingml/2006/main" x="619125" y="2305050"/>
          <a:ext xmlns:a="http://schemas.openxmlformats.org/drawingml/2006/main" cx="12468225" cy="1981200"/>
        </p:xfrm>
        <a:graphic xmlns:a="http://schemas.openxmlformats.org/drawingml/2006/main">
          <a:graphicData uri="http://schemas.openxmlformats.org/drawingml/2006/table">
            <a:tbl>
              <a:tblPr/>
              <a:tblGrid>
                <a:gridCol w="9334500"/>
                <a:gridCol w="3133725"/>
              </a:tblGrid>
              <a:tr h="660400">
                <a:tc>
                  <a:txBody>
                    <a:bodyPr>
                      <a:noAutofit/>
                    </a:bodyPr>
                    <a:lstStyle/>
                    <a:p>
                      <a:r>
                        <a:rPr sz="2175" b="1">
                          <a:solidFill>
                            <a:srgbClr val="FFFFFF"/>
                          </a:solidFill>
                          <a:latin typeface="굴림"/>
                          <a:ea typeface="굴림"/>
                          <a:cs typeface="굴림"/>
                        </a:rPr>
                        <a:t>출력 설계</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2175" b="1">
                          <a:solidFill>
                            <a:srgbClr val="FFFFFF"/>
                          </a:solidFill>
                          <a:latin typeface="굴림"/>
                          <a:ea typeface="굴림"/>
                          <a:cs typeface="굴림"/>
                        </a:rPr>
                        <a:t>맞게 나눈 질문</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60400">
                <a:tc>
                  <a:txBody>
                    <a:bodyPr>
                      <a:noAutofit/>
                    </a:bodyPr>
                    <a:lstStyle/>
                    <a:p>
                      <a:r>
                        <a:rPr sz="2175" b="1">
                          <a:solidFill>
                            <a:srgbClr val="F72585"/>
                          </a:solidFill>
                          <a:latin typeface="굴림"/>
                          <a:ea typeface="굴림"/>
                          <a:cs typeface="굴림"/>
                        </a:rPr>
                        <a:t>원문 보존 칸(keep) + 검색어</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2175" b="0">
                          <a:solidFill>
                            <a:srgbClr val="17171A"/>
                          </a:solidFill>
                          <a:latin typeface="굴림"/>
                          <a:ea typeface="굴림"/>
                          <a:cs typeface="굴림"/>
                        </a:rPr>
                        <a:t>69 / 100</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60400">
                <a:tc>
                  <a:txBody>
                    <a:bodyPr>
                      <a:noAutofit/>
                    </a:bodyPr>
                    <a:lstStyle/>
                    <a:p>
                      <a:r>
                        <a:rPr sz="2175" b="1">
                          <a:solidFill>
                            <a:srgbClr val="F72585"/>
                          </a:solidFill>
                          <a:latin typeface="굴림"/>
                          <a:ea typeface="굴림"/>
                          <a:cs typeface="굴림"/>
                        </a:rPr>
                        <a:t>검색어만 출력하는 최종 프롬프트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2175" b="0">
                          <a:solidFill>
                            <a:srgbClr val="17171A"/>
                          </a:solidFill>
                          <a:latin typeface="굴림"/>
                          <a:ea typeface="굴림"/>
                          <a:cs typeface="굴림"/>
                        </a:rPr>
                        <a:t>90 / 100</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75">
            <a:extLst xmlns:a="http://schemas.openxmlformats.org/drawingml/2006/main">
              <a:ext uri="{FF2B5EF4-FFF2-40B4-BE49-F238E27FC236}">
                <a16:creationId xmlns:a16="http://schemas.microsoft.com/office/drawing/2014/main" id="{8729810E-EF7F-46C7-BA1F-658D1FCDDF42}"/>
              </a:ext>
            </a:extLst>
          </p:cNvPr>
          <p:cNvSpPr>
            <a:spLocks xmlns:a="http://schemas.openxmlformats.org/drawingml/2006/main" noGrp="1"/>
          </p:cNvSpPr>
          <p:nvPr/>
        </p:nvSpPr>
        <p:spPr>
          <a:xfrm xmlns:a="http://schemas.openxmlformats.org/drawingml/2006/main">
            <a:off x="619125" y="4800600"/>
            <a:ext cx="1209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2585"/>
                </a:solidFill>
                <a:latin typeface="굴림"/>
                <a:ea typeface="굴림"/>
                <a:cs typeface="굴림"/>
              </a:defRPr>
            </a:defPPr>
            <a:lvl1pPr algn="l">
              <a:defRPr sz="2550" b="1">
                <a:solidFill>
                  <a:srgbClr val="F72585"/>
                </a:solidFill>
                <a:latin typeface="굴림"/>
                <a:ea typeface="굴림"/>
                <a:cs typeface="굴림"/>
              </a:defRPr>
            </a:lvl1pPr>
            <a:lvl2pPr algn="l">
              <a:defRPr sz="2550" b="1">
                <a:solidFill>
                  <a:srgbClr val="F72585"/>
                </a:solidFill>
                <a:latin typeface="굴림"/>
                <a:ea typeface="굴림"/>
                <a:cs typeface="굴림"/>
              </a:defRPr>
            </a:lvl2pPr>
            <a:lvl3pPr algn="l">
              <a:defRPr sz="2550" b="1">
                <a:solidFill>
                  <a:srgbClr val="F72585"/>
                </a:solidFill>
                <a:latin typeface="굴림"/>
                <a:ea typeface="굴림"/>
                <a:cs typeface="굴림"/>
              </a:defRPr>
            </a:lvl3pPr>
            <a:lvl4pPr algn="l">
              <a:defRPr sz="2550" b="1">
                <a:solidFill>
                  <a:srgbClr val="F72585"/>
                </a:solidFill>
                <a:latin typeface="굴림"/>
                <a:ea typeface="굴림"/>
                <a:cs typeface="굴림"/>
              </a:defRPr>
            </a:lvl4pPr>
            <a:lvl5pPr algn="l">
              <a:defRPr sz="2550" b="1">
                <a:solidFill>
                  <a:srgbClr val="F72585"/>
                </a:solidFill>
                <a:latin typeface="굴림"/>
                <a:ea typeface="굴림"/>
                <a:cs typeface="굴림"/>
              </a:defRPr>
            </a:lvl5pPr>
            <a:lvl6pPr algn="l">
              <a:defRPr sz="2550" b="1">
                <a:solidFill>
                  <a:srgbClr val="F72585"/>
                </a:solidFill>
                <a:latin typeface="굴림"/>
                <a:ea typeface="굴림"/>
                <a:cs typeface="굴림"/>
              </a:defRPr>
            </a:lvl6pPr>
            <a:lvl7pPr algn="l">
              <a:defRPr sz="2550" b="1">
                <a:solidFill>
                  <a:srgbClr val="F72585"/>
                </a:solidFill>
                <a:latin typeface="굴림"/>
                <a:ea typeface="굴림"/>
                <a:cs typeface="굴림"/>
              </a:defRPr>
            </a:lvl7pPr>
            <a:lvl8pPr algn="l">
              <a:defRPr sz="2550" b="1">
                <a:solidFill>
                  <a:srgbClr val="F72585"/>
                </a:solidFill>
                <a:latin typeface="굴림"/>
                <a:ea typeface="굴림"/>
                <a:cs typeface="굴림"/>
              </a:defRPr>
            </a:lvl8pPr>
            <a:lvl9pPr algn="l">
              <a:defRPr sz="2550" b="1">
                <a:solidFill>
                  <a:srgbClr val="F72585"/>
                </a:solidFill>
                <a:latin typeface="굴림"/>
                <a:ea typeface="굴림"/>
                <a:cs typeface="굴림"/>
              </a:defRPr>
            </a:lvl9pPr>
          </a:lstStyle>
          <a:p xmlns:a="http://schemas.openxmlformats.org/drawingml/2006/main">
            <a:pPr algn="l">
              <a:defRPr sz="2550" b="1">
                <a:solidFill>
                  <a:srgbClr val="F72585"/>
                </a:solidFill>
                <a:latin typeface="굴림"/>
                <a:ea typeface="굴림"/>
                <a:cs typeface="굴림"/>
              </a:defRPr>
            </a:pPr>
            <a:r>
              <a:rPr sz="2550" b="1">
                <a:solidFill>
                  <a:srgbClr val="F72585"/>
                </a:solidFill>
                <a:latin typeface="굴림"/>
                <a:ea typeface="굴림"/>
                <a:cs typeface="굴림"/>
              </a:rPr>
              <a:t>원문 보존은 코드가 담당</a:t>
            </a:r>
          </a:p>
        </p:txBody>
      </p:sp>
      <p:sp>
        <p:nvSpPr>
          <p:cNvPr id="9" name="txt-76">
            <a:extLst xmlns:a="http://schemas.openxmlformats.org/drawingml/2006/main">
              <a:ext uri="{FF2B5EF4-FFF2-40B4-BE49-F238E27FC236}">
                <a16:creationId xmlns:a16="http://schemas.microsoft.com/office/drawing/2014/main" id="{2635DC81-86A0-4468-B99E-4315A79DD5F1}"/>
              </a:ext>
            </a:extLst>
          </p:cNvPr>
          <p:cNvSpPr>
            <a:spLocks xmlns:a="http://schemas.openxmlformats.org/drawingml/2006/main" noGrp="1"/>
          </p:cNvSpPr>
          <p:nvPr/>
        </p:nvSpPr>
        <p:spPr>
          <a:xfrm xmlns:a="http://schemas.openxmlformats.org/drawingml/2006/main">
            <a:off x="619125" y="5343525"/>
            <a:ext cx="1219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171A"/>
                </a:solidFill>
                <a:latin typeface="굴림"/>
                <a:ea typeface="굴림"/>
                <a:cs typeface="굴림"/>
              </a:defRPr>
            </a:defPPr>
            <a:lvl1pPr algn="l">
              <a:defRPr sz="2175" b="0">
                <a:solidFill>
                  <a:srgbClr val="17171A"/>
                </a:solidFill>
                <a:latin typeface="굴림"/>
                <a:ea typeface="굴림"/>
                <a:cs typeface="굴림"/>
              </a:defRPr>
            </a:lvl1pPr>
            <a:lvl2pPr algn="l">
              <a:defRPr sz="2175" b="0">
                <a:solidFill>
                  <a:srgbClr val="17171A"/>
                </a:solidFill>
                <a:latin typeface="굴림"/>
                <a:ea typeface="굴림"/>
                <a:cs typeface="굴림"/>
              </a:defRPr>
            </a:lvl2pPr>
            <a:lvl3pPr algn="l">
              <a:defRPr sz="2175" b="0">
                <a:solidFill>
                  <a:srgbClr val="17171A"/>
                </a:solidFill>
                <a:latin typeface="굴림"/>
                <a:ea typeface="굴림"/>
                <a:cs typeface="굴림"/>
              </a:defRPr>
            </a:lvl3pPr>
            <a:lvl4pPr algn="l">
              <a:defRPr sz="2175" b="0">
                <a:solidFill>
                  <a:srgbClr val="17171A"/>
                </a:solidFill>
                <a:latin typeface="굴림"/>
                <a:ea typeface="굴림"/>
                <a:cs typeface="굴림"/>
              </a:defRPr>
            </a:lvl4pPr>
            <a:lvl5pPr algn="l">
              <a:defRPr sz="2175" b="0">
                <a:solidFill>
                  <a:srgbClr val="17171A"/>
                </a:solidFill>
                <a:latin typeface="굴림"/>
                <a:ea typeface="굴림"/>
                <a:cs typeface="굴림"/>
              </a:defRPr>
            </a:lvl5pPr>
            <a:lvl6pPr algn="l">
              <a:defRPr sz="2175" b="0">
                <a:solidFill>
                  <a:srgbClr val="17171A"/>
                </a:solidFill>
                <a:latin typeface="굴림"/>
                <a:ea typeface="굴림"/>
                <a:cs typeface="굴림"/>
              </a:defRPr>
            </a:lvl6pPr>
            <a:lvl7pPr algn="l">
              <a:defRPr sz="2175" b="0">
                <a:solidFill>
                  <a:srgbClr val="17171A"/>
                </a:solidFill>
                <a:latin typeface="굴림"/>
                <a:ea typeface="굴림"/>
                <a:cs typeface="굴림"/>
              </a:defRPr>
            </a:lvl7pPr>
            <a:lvl8pPr algn="l">
              <a:defRPr sz="2175" b="0">
                <a:solidFill>
                  <a:srgbClr val="17171A"/>
                </a:solidFill>
                <a:latin typeface="굴림"/>
                <a:ea typeface="굴림"/>
                <a:cs typeface="굴림"/>
              </a:defRPr>
            </a:lvl8pPr>
            <a:lvl9pPr algn="l">
              <a:defRPr sz="2175" b="0">
                <a:solidFill>
                  <a:srgbClr val="17171A"/>
                </a:solidFill>
                <a:latin typeface="굴림"/>
                <a:ea typeface="굴림"/>
                <a:cs typeface="굴림"/>
              </a:defRPr>
            </a:lvl9pPr>
          </a:lstStyle>
          <a:p xmlns:a="http://schemas.openxmlformats.org/drawingml/2006/main">
            <a:pPr algn="l">
              <a:defRPr sz="2175" b="0">
                <a:solidFill>
                  <a:srgbClr val="17171A"/>
                </a:solidFill>
                <a:latin typeface="굴림"/>
                <a:ea typeface="굴림"/>
                <a:cs typeface="굴림"/>
              </a:defRPr>
            </a:pPr>
            <a:r>
              <a:rPr sz="2175" b="0">
                <a:solidFill>
                  <a:srgbClr val="17171A"/>
                </a:solidFill>
                <a:latin typeface="굴림"/>
                <a:ea typeface="굴림"/>
                <a:cs typeface="굴림"/>
              </a:rPr>
              <a:t>LLM에는 하위 질문마다 검색에 쓸 문장 하나만 요청</a:t>
            </a:r>
          </a:p>
        </p:txBody>
      </p:sp>
      <p:sp>
        <p:nvSpPr>
          <p:cNvPr id="10" name="txt-77">
            <a:extLst xmlns:a="http://schemas.openxmlformats.org/drawingml/2006/main">
              <a:ext uri="{FF2B5EF4-FFF2-40B4-BE49-F238E27FC236}">
                <a16:creationId xmlns:a16="http://schemas.microsoft.com/office/drawing/2014/main" id="{9B97AA8E-C237-458C-93A3-976C6D69050E}"/>
              </a:ext>
            </a:extLst>
          </p:cNvPr>
          <p:cNvSpPr>
            <a:spLocks xmlns:a="http://schemas.openxmlformats.org/drawingml/2006/main" noGrp="1"/>
          </p:cNvSpPr>
          <p:nvPr/>
        </p:nvSpPr>
        <p:spPr>
          <a:xfrm xmlns:a="http://schemas.openxmlformats.org/drawingml/2006/main">
            <a:off x="619125" y="594360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프롬프트의 괄호 나열 제거 후 문구 누출 5건에서 0건</a:t>
            </a:r>
          </a:p>
        </p:txBody>
      </p:sp>
    </p:spTree>
    <p:extLst>
      <p:ext uri="{BB962C8B-B14F-4D97-AF65-F5344CB8AC3E}">
        <p14:creationId xmlns:p14="http://schemas.microsoft.com/office/powerpoint/2010/main" val="1264368274"/>
      </p:ext>
    </p:extLst>
  </p:cSld>
</p:sld>
</file>

<file path=ppt/slides/slide10.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88">
            <a:extLst xmlns:a="http://schemas.openxmlformats.org/drawingml/2006/main">
              <a:ext uri="{FF2B5EF4-FFF2-40B4-BE49-F238E27FC236}">
                <a16:creationId xmlns:a16="http://schemas.microsoft.com/office/drawing/2014/main" id="{82A6154C-5462-4FA4-8955-70BE8D83BD55}"/>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프로젝트 수행 절차 및 방법 · 입력 파이프라인</a:t>
            </a:r>
          </a:p>
        </p:txBody>
      </p:sp>
      <p:sp>
        <p:nvSpPr>
          <p:cNvPr id="2" name="txt-89">
            <a:extLst xmlns:a="http://schemas.openxmlformats.org/drawingml/2006/main">
              <a:ext uri="{FF2B5EF4-FFF2-40B4-BE49-F238E27FC236}">
                <a16:creationId xmlns:a16="http://schemas.microsoft.com/office/drawing/2014/main" id="{D5430B0C-053E-4BA5-8B04-4F7DAEB73CAF}"/>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검색어의 의미 변형을 코드로 검사</a:t>
            </a:r>
          </a:p>
        </p:txBody>
      </p:sp>
      <p:sp>
        <p:nvSpPr>
          <p:cNvPr id="3" name="">
            <a:extLst xmlns:a="http://schemas.openxmlformats.org/drawingml/2006/main">
              <a:ext uri="{FF2B5EF4-FFF2-40B4-BE49-F238E27FC236}">
                <a16:creationId xmlns:a16="http://schemas.microsoft.com/office/drawing/2014/main" id="{43E7C8C3-3562-4300-BB35-648CD6C2E3AC}"/>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90">
            <a:extLst xmlns:a="http://schemas.openxmlformats.org/drawingml/2006/main">
              <a:ext uri="{FF2B5EF4-FFF2-40B4-BE49-F238E27FC236}">
                <a16:creationId xmlns:a16="http://schemas.microsoft.com/office/drawing/2014/main" id="{941E89D5-3BBD-4D32-989A-2FE1AEAA5F3C}"/>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91">
            <a:extLst xmlns:a="http://schemas.openxmlformats.org/drawingml/2006/main">
              <a:ext uri="{FF2B5EF4-FFF2-40B4-BE49-F238E27FC236}">
                <a16:creationId xmlns:a16="http://schemas.microsoft.com/office/drawing/2014/main" id="{E7B2E80A-C664-417E-8FB1-D7BB9A45A103}"/>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A5</a:t>
            </a:r>
          </a:p>
        </p:txBody>
      </p:sp>
      <p:sp>
        <p:nvSpPr>
          <p:cNvPr id="6" name="txt-92">
            <a:extLst xmlns:a="http://schemas.openxmlformats.org/drawingml/2006/main">
              <a:ext uri="{FF2B5EF4-FFF2-40B4-BE49-F238E27FC236}">
                <a16:creationId xmlns:a16="http://schemas.microsoft.com/office/drawing/2014/main" id="{A2555C9D-62F3-47B3-9095-AC76A237C997}"/>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현재 프롬프트 출력 300건에서 실제 변형 9건 탐지 · 이 표본에서 오탐 0건, 미탐 사례는 남음</a:t>
            </a:r>
          </a:p>
        </p:txBody>
      </p:sp>
      <p:graphicFrame>
        <p:nvGraphicFramePr>
          <p:cNvPr id="7" name="">
            <a:extLst xmlns:a="http://schemas.openxmlformats.org/drawingml/2006/main">
              <a:ext uri="{FF2B5EF4-FFF2-40B4-BE49-F238E27FC236}">
                <a16:creationId xmlns:a16="http://schemas.microsoft.com/office/drawing/2014/main" id="{6CC5EBF2-657A-48A2-9BDB-1532254B939A}"/>
              </a:ext>
            </a:extLst>
          </p:cNvPr>
          <p:cNvGraphicFramePr/>
          <p:nvPr/>
        </p:nvGraphicFramePr>
        <p:xfrm>
          <a:off xmlns:a="http://schemas.openxmlformats.org/drawingml/2006/main" x="619125" y="2238375"/>
          <a:ext xmlns:a="http://schemas.openxmlformats.org/drawingml/2006/main" cx="12468225" cy="3133725"/>
        </p:xfrm>
        <a:graphic xmlns:a="http://schemas.openxmlformats.org/drawingml/2006/main">
          <a:graphicData uri="http://schemas.openxmlformats.org/drawingml/2006/table">
            <a:tbl>
              <a:tblPr/>
              <a:tblGrid>
                <a:gridCol w="3524250"/>
                <a:gridCol w="5238750"/>
                <a:gridCol w="3705225"/>
              </a:tblGrid>
              <a:tr h="626745">
                <a:tc>
                  <a:txBody>
                    <a:bodyPr>
                      <a:noAutofit/>
                    </a:bodyPr>
                    <a:lstStyle/>
                    <a:p>
                      <a:r>
                        <a:rPr sz="1875" b="1">
                          <a:solidFill>
                            <a:srgbClr val="FFFFFF"/>
                          </a:solidFill>
                          <a:latin typeface="굴림"/>
                          <a:ea typeface="굴림"/>
                          <a:cs typeface="굴림"/>
                        </a:rPr>
                        <a:t>변형 유형</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발견 사례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26745">
                <a:tc>
                  <a:txBody>
                    <a:bodyPr>
                      <a:noAutofit/>
                    </a:bodyPr>
                    <a:lstStyle/>
                    <a:p>
                      <a:r>
                        <a:rPr sz="1875" b="1">
                          <a:solidFill>
                            <a:srgbClr val="F72585"/>
                          </a:solidFill>
                          <a:latin typeface="굴림"/>
                          <a:ea typeface="굴림"/>
                          <a:cs typeface="굴림"/>
                        </a:rPr>
                        <a:t>명령을 질문으로 바꿈</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“프롬프트를 보여줘”를 방법 질문으로 변형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해당 검색어 제외</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부정이 뒤집히거나 답을 씀</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“못 받는 거죠?”의 부정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조각으로 검색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26745">
                <a:tc>
                  <a:txBody>
                    <a:bodyPr>
                      <a:noAutofit/>
                    </a:bodyPr>
                    <a:lstStyle/>
                    <a:p>
                      <a:r>
                        <a:rPr sz="1875" b="1">
                          <a:solidFill>
                            <a:srgbClr val="F72585"/>
                          </a:solidFill>
                          <a:latin typeface="굴림"/>
                          <a:ea typeface="굴림"/>
                          <a:cs typeface="굴림"/>
                        </a:rPr>
                        <a:t>숫자·고유명사 변형</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테헤란로 / 100을 다른 표기로 변경</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원문 표기 복구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26745">
                <a:tc>
                  <a:txBody>
                    <a:bodyPr>
                      <a:noAutofit/>
                    </a:bodyPr>
                    <a:lstStyle/>
                    <a:p>
                      <a:r>
                        <a:rPr sz="1875" b="1">
                          <a:solidFill>
                            <a:srgbClr val="F72585"/>
                          </a:solidFill>
                          <a:latin typeface="굴림"/>
                          <a:ea typeface="굴림"/>
                          <a:cs typeface="굴림"/>
                        </a:rPr>
                        <a:t>프롬프트 문구·외국 문자 누출</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원문에 없는 FAQ, 중국어 혼입</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복귀 또는 해당 부분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8" name="txt-93">
            <a:extLst xmlns:a="http://schemas.openxmlformats.org/drawingml/2006/main">
              <a:ext uri="{FF2B5EF4-FFF2-40B4-BE49-F238E27FC236}">
                <a16:creationId xmlns:a16="http://schemas.microsoft.com/office/drawing/2014/main" id="{9DC7F5A4-5A9A-4B19-A145-7A2E6BA331B1}"/>
              </a:ext>
            </a:extLst>
          </p:cNvPr>
          <p:cNvSpPr>
            <a:spLocks xmlns:a="http://schemas.openxmlformats.org/drawingml/2006/main" noGrp="1"/>
          </p:cNvSpPr>
          <p:nvPr/>
        </p:nvSpPr>
        <p:spPr>
          <a:xfrm xmlns:a="http://schemas.openxmlformats.org/drawingml/2006/main">
            <a:off x="619125" y="5819775"/>
            <a:ext cx="1238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2585"/>
                </a:solidFill>
                <a:latin typeface="굴림"/>
                <a:ea typeface="굴림"/>
                <a:cs typeface="굴림"/>
              </a:defRPr>
            </a:defPPr>
            <a:lvl1pPr algn="l">
              <a:defRPr sz="2325" b="1">
                <a:solidFill>
                  <a:srgbClr val="F72585"/>
                </a:solidFill>
                <a:latin typeface="굴림"/>
                <a:ea typeface="굴림"/>
                <a:cs typeface="굴림"/>
              </a:defRPr>
            </a:lvl1pPr>
            <a:lvl2pPr algn="l">
              <a:defRPr sz="2325" b="1">
                <a:solidFill>
                  <a:srgbClr val="F72585"/>
                </a:solidFill>
                <a:latin typeface="굴림"/>
                <a:ea typeface="굴림"/>
                <a:cs typeface="굴림"/>
              </a:defRPr>
            </a:lvl2pPr>
            <a:lvl3pPr algn="l">
              <a:defRPr sz="2325" b="1">
                <a:solidFill>
                  <a:srgbClr val="F72585"/>
                </a:solidFill>
                <a:latin typeface="굴림"/>
                <a:ea typeface="굴림"/>
                <a:cs typeface="굴림"/>
              </a:defRPr>
            </a:lvl3pPr>
            <a:lvl4pPr algn="l">
              <a:defRPr sz="2325" b="1">
                <a:solidFill>
                  <a:srgbClr val="F72585"/>
                </a:solidFill>
                <a:latin typeface="굴림"/>
                <a:ea typeface="굴림"/>
                <a:cs typeface="굴림"/>
              </a:defRPr>
            </a:lvl4pPr>
            <a:lvl5pPr algn="l">
              <a:defRPr sz="2325" b="1">
                <a:solidFill>
                  <a:srgbClr val="F72585"/>
                </a:solidFill>
                <a:latin typeface="굴림"/>
                <a:ea typeface="굴림"/>
                <a:cs typeface="굴림"/>
              </a:defRPr>
            </a:lvl5pPr>
            <a:lvl6pPr algn="l">
              <a:defRPr sz="2325" b="1">
                <a:solidFill>
                  <a:srgbClr val="F72585"/>
                </a:solidFill>
                <a:latin typeface="굴림"/>
                <a:ea typeface="굴림"/>
                <a:cs typeface="굴림"/>
              </a:defRPr>
            </a:lvl6pPr>
            <a:lvl7pPr algn="l">
              <a:defRPr sz="2325" b="1">
                <a:solidFill>
                  <a:srgbClr val="F72585"/>
                </a:solidFill>
                <a:latin typeface="굴림"/>
                <a:ea typeface="굴림"/>
                <a:cs typeface="굴림"/>
              </a:defRPr>
            </a:lvl7pPr>
            <a:lvl8pPr algn="l">
              <a:defRPr sz="2325" b="1">
                <a:solidFill>
                  <a:srgbClr val="F72585"/>
                </a:solidFill>
                <a:latin typeface="굴림"/>
                <a:ea typeface="굴림"/>
                <a:cs typeface="굴림"/>
              </a:defRPr>
            </a:lvl8pPr>
            <a:lvl9pPr algn="l">
              <a:defRPr sz="2325" b="1">
                <a:solidFill>
                  <a:srgbClr val="F72585"/>
                </a:solidFill>
                <a:latin typeface="굴림"/>
                <a:ea typeface="굴림"/>
                <a:cs typeface="굴림"/>
              </a:defRPr>
            </a:lvl9pPr>
          </a:lstStyle>
          <a:p xmlns:a="http://schemas.openxmlformats.org/drawingml/2006/main">
            <a:pPr algn="l">
              <a:defRPr sz="2325" b="1">
                <a:solidFill>
                  <a:srgbClr val="F72585"/>
                </a:solidFill>
                <a:latin typeface="굴림"/>
                <a:ea typeface="굴림"/>
                <a:cs typeface="굴림"/>
              </a:defRPr>
            </a:pPr>
            <a:r>
              <a:rPr sz="2325" b="1">
                <a:solidFill>
                  <a:srgbClr val="F72585"/>
                </a:solidFill>
                <a:latin typeface="굴림"/>
                <a:ea typeface="굴림"/>
                <a:cs typeface="굴림"/>
              </a:rPr>
              <a:t>가드는 검색을 보호하고, 원문 분리는 답변을 보호</a:t>
            </a:r>
          </a:p>
        </p:txBody>
      </p:sp>
    </p:spTree>
    <p:extLst>
      <p:ext uri="{BB962C8B-B14F-4D97-AF65-F5344CB8AC3E}">
        <p14:creationId xmlns:p14="http://schemas.microsoft.com/office/powerpoint/2010/main" val="1879784820"/>
      </p:ext>
    </p:extLst>
  </p:cSld>
</p:sld>
</file>

<file path=ppt/slides/slide11.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99">
            <a:extLst xmlns:a="http://schemas.openxmlformats.org/drawingml/2006/main">
              <a:ext uri="{FF2B5EF4-FFF2-40B4-BE49-F238E27FC236}">
                <a16:creationId xmlns:a16="http://schemas.microsoft.com/office/drawing/2014/main" id="{C5DB676D-D4E4-4EE2-B4B5-36E33037696F}"/>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모델 평가</a:t>
            </a:r>
          </a:p>
        </p:txBody>
      </p:sp>
      <p:sp>
        <p:nvSpPr>
          <p:cNvPr id="2" name="txt-100">
            <a:extLst xmlns:a="http://schemas.openxmlformats.org/drawingml/2006/main">
              <a:ext uri="{FF2B5EF4-FFF2-40B4-BE49-F238E27FC236}">
                <a16:creationId xmlns:a16="http://schemas.microsoft.com/office/drawing/2014/main" id="{1459146F-4BB9-47F1-A824-544FFA9BE5ED}"/>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모델 비교의 조건과 해석 범위</a:t>
            </a:r>
          </a:p>
        </p:txBody>
      </p:sp>
      <p:sp>
        <p:nvSpPr>
          <p:cNvPr id="3" name="">
            <a:extLst xmlns:a="http://schemas.openxmlformats.org/drawingml/2006/main">
              <a:ext uri="{FF2B5EF4-FFF2-40B4-BE49-F238E27FC236}">
                <a16:creationId xmlns:a16="http://schemas.microsoft.com/office/drawing/2014/main" id="{5D090B98-1F37-4C32-A3CE-3E14375A84A9}"/>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1">
            <a:extLst xmlns:a="http://schemas.openxmlformats.org/drawingml/2006/main">
              <a:ext uri="{FF2B5EF4-FFF2-40B4-BE49-F238E27FC236}">
                <a16:creationId xmlns:a16="http://schemas.microsoft.com/office/drawing/2014/main" id="{39E61307-578C-451B-8FF3-8314B51C53F0}"/>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2">
            <a:extLst xmlns:a="http://schemas.openxmlformats.org/drawingml/2006/main">
              <a:ext uri="{FF2B5EF4-FFF2-40B4-BE49-F238E27FC236}">
                <a16:creationId xmlns:a16="http://schemas.microsoft.com/office/drawing/2014/main" id="{852C1F4F-2A71-4AF4-8BC6-8D2A42BFE425}"/>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A6</a:t>
            </a:r>
          </a:p>
        </p:txBody>
      </p:sp>
      <p:graphicFrame>
        <p:nvGraphicFramePr>
          <p:cNvPr id="6" name="">
            <a:extLst xmlns:a="http://schemas.openxmlformats.org/drawingml/2006/main">
              <a:ext uri="{FF2B5EF4-FFF2-40B4-BE49-F238E27FC236}">
                <a16:creationId xmlns:a16="http://schemas.microsoft.com/office/drawing/2014/main" id="{3BC525AC-E075-4986-A85B-99389A18108E}"/>
              </a:ext>
            </a:extLst>
          </p:cNvPr>
          <p:cNvGraphicFramePr/>
          <p:nvPr/>
        </p:nvGraphicFramePr>
        <p:xfrm>
          <a:off xmlns:a="http://schemas.openxmlformats.org/drawingml/2006/main" x="619125" y="2143125"/>
          <a:ext xmlns:a="http://schemas.openxmlformats.org/drawingml/2006/main" cx="12468225" cy="3286125"/>
        </p:xfrm>
        <a:graphic xmlns:a="http://schemas.openxmlformats.org/drawingml/2006/main">
          <a:graphicData uri="http://schemas.openxmlformats.org/drawingml/2006/table">
            <a:tbl>
              <a:tblPr/>
              <a:tblGrid>
                <a:gridCol w="2190750"/>
                <a:gridCol w="4667250"/>
                <a:gridCol w="5610225"/>
              </a:tblGrid>
              <a:tr h="657225">
                <a:tc>
                  <a:txBody>
                    <a:bodyPr>
                      <a:noAutofit/>
                    </a:bodyPr>
                    <a:lstStyle/>
                    <a:p>
                      <a:r>
                        <a:rPr sz="1875" b="1">
                          <a:solidFill>
                            <a:srgbClr val="FFFFFF"/>
                          </a:solidFill>
                          <a:latin typeface="굴림"/>
                          <a:ea typeface="굴림"/>
                          <a:cs typeface="굴림"/>
                        </a:rPr>
                        <a:t>실험</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범위</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875" b="1">
                          <a:solidFill>
                            <a:srgbClr val="FFFFFF"/>
                          </a:solidFill>
                          <a:latin typeface="굴림"/>
                          <a:ea typeface="굴림"/>
                          <a:cs typeface="굴림"/>
                        </a:rPr>
                        <a:t>주요 판단</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657225">
                <a:tc>
                  <a:txBody>
                    <a:bodyPr>
                      <a:noAutofit/>
                    </a:bodyPr>
                    <a:lstStyle/>
                    <a:p>
                      <a:r>
                        <a:rPr sz="1875" b="1">
                          <a:solidFill>
                            <a:srgbClr val="F72585"/>
                          </a:solidFill>
                          <a:latin typeface="굴림"/>
                          <a:ea typeface="굴림"/>
                          <a:cs typeface="굴림"/>
                        </a:rPr>
                        <a:t>v3</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고정 300건 + 반복 80행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품질과 응답 지연을 함께 보고 14B 1차 선정</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v4</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14항목 × 200건 = 모델별 2,800행</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같은 문항에서 4B 모델의 오답 유형 분석</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657225">
                <a:tc>
                  <a:txBody>
                    <a:bodyPr>
                      <a:noAutofit/>
                    </a:bodyPr>
                    <a:lstStyle/>
                    <a:p>
                      <a:r>
                        <a:rPr sz="1875" b="1">
                          <a:solidFill>
                            <a:srgbClr val="F72585"/>
                          </a:solidFill>
                          <a:latin typeface="굴림"/>
                          <a:ea typeface="굴림"/>
                          <a:cs typeface="굴림"/>
                        </a:rPr>
                        <a:t>v5</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14항목 × 100건 = 모델별 1,400행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c>
                  <a:txBody>
                    <a:bodyPr>
                      <a:noAutofit/>
                    </a:bodyPr>
                    <a:lstStyle/>
                    <a:p>
                      <a:r>
                        <a:rPr sz="1875" b="0">
                          <a:solidFill>
                            <a:srgbClr val="17171A"/>
                          </a:solidFill>
                          <a:latin typeface="굴림"/>
                          <a:ea typeface="굴림"/>
                          <a:cs typeface="굴림"/>
                        </a:rPr>
                        <a:t>Instruct·Q4 / Q8 비교, RT 제외 1,300행</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657225">
                <a:tc>
                  <a:txBody>
                    <a:bodyPr>
                      <a:noAutofit/>
                    </a:bodyPr>
                    <a:lstStyle/>
                    <a:p>
                      <a:r>
                        <a:rPr sz="1875" b="1">
                          <a:solidFill>
                            <a:srgbClr val="F72585"/>
                          </a:solidFill>
                          <a:latin typeface="굴림"/>
                          <a:ea typeface="굴림"/>
                          <a:cs typeface="굴림"/>
                        </a:rPr>
                        <a:t>질문 분리·멀티턴 재설계</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분리 100건 / 평가 200건 등 별도 실험</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c>
                  <a:txBody>
                    <a:bodyPr>
                      <a:noAutofit/>
                    </a:bodyPr>
                    <a:lstStyle/>
                    <a:p>
                      <a:r>
                        <a:rPr sz="1875" b="0">
                          <a:solidFill>
                            <a:srgbClr val="17171A"/>
                          </a:solidFill>
                          <a:latin typeface="굴림"/>
                          <a:ea typeface="굴림"/>
                          <a:cs typeface="굴림"/>
                        </a:rPr>
                        <a:t>원문 보존·선택 호출·가드의 역할 결정</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03">
            <a:extLst xmlns:a="http://schemas.openxmlformats.org/drawingml/2006/main">
              <a:ext uri="{FF2B5EF4-FFF2-40B4-BE49-F238E27FC236}">
                <a16:creationId xmlns:a16="http://schemas.microsoft.com/office/drawing/2014/main" id="{4F2F5AB3-0DC7-4662-9197-55F07D6F1479}"/>
              </a:ext>
            </a:extLst>
          </p:cNvPr>
          <p:cNvSpPr>
            <a:spLocks xmlns:a="http://schemas.openxmlformats.org/drawingml/2006/main" noGrp="1"/>
          </p:cNvSpPr>
          <p:nvPr/>
        </p:nvSpPr>
        <p:spPr>
          <a:xfrm xmlns:a="http://schemas.openxmlformats.org/drawingml/2006/main">
            <a:off x="619125" y="5819775"/>
            <a:ext cx="1228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굴림"/>
                <a:ea typeface="굴림"/>
                <a:cs typeface="굴림"/>
              </a:defRPr>
            </a:defPPr>
            <a:lvl1pPr algn="l">
              <a:defRPr sz="2100" b="1">
                <a:solidFill>
                  <a:srgbClr val="F72585"/>
                </a:solidFill>
                <a:latin typeface="굴림"/>
                <a:ea typeface="굴림"/>
                <a:cs typeface="굴림"/>
              </a:defRPr>
            </a:lvl1pPr>
            <a:lvl2pPr algn="l">
              <a:defRPr sz="2100" b="1">
                <a:solidFill>
                  <a:srgbClr val="F72585"/>
                </a:solidFill>
                <a:latin typeface="굴림"/>
                <a:ea typeface="굴림"/>
                <a:cs typeface="굴림"/>
              </a:defRPr>
            </a:lvl2pPr>
            <a:lvl3pPr algn="l">
              <a:defRPr sz="2100" b="1">
                <a:solidFill>
                  <a:srgbClr val="F72585"/>
                </a:solidFill>
                <a:latin typeface="굴림"/>
                <a:ea typeface="굴림"/>
                <a:cs typeface="굴림"/>
              </a:defRPr>
            </a:lvl3pPr>
            <a:lvl4pPr algn="l">
              <a:defRPr sz="2100" b="1">
                <a:solidFill>
                  <a:srgbClr val="F72585"/>
                </a:solidFill>
                <a:latin typeface="굴림"/>
                <a:ea typeface="굴림"/>
                <a:cs typeface="굴림"/>
              </a:defRPr>
            </a:lvl4pPr>
            <a:lvl5pPr algn="l">
              <a:defRPr sz="2100" b="1">
                <a:solidFill>
                  <a:srgbClr val="F72585"/>
                </a:solidFill>
                <a:latin typeface="굴림"/>
                <a:ea typeface="굴림"/>
                <a:cs typeface="굴림"/>
              </a:defRPr>
            </a:lvl5pPr>
            <a:lvl6pPr algn="l">
              <a:defRPr sz="2100" b="1">
                <a:solidFill>
                  <a:srgbClr val="F72585"/>
                </a:solidFill>
                <a:latin typeface="굴림"/>
                <a:ea typeface="굴림"/>
                <a:cs typeface="굴림"/>
              </a:defRPr>
            </a:lvl6pPr>
            <a:lvl7pPr algn="l">
              <a:defRPr sz="2100" b="1">
                <a:solidFill>
                  <a:srgbClr val="F72585"/>
                </a:solidFill>
                <a:latin typeface="굴림"/>
                <a:ea typeface="굴림"/>
                <a:cs typeface="굴림"/>
              </a:defRPr>
            </a:lvl7pPr>
            <a:lvl8pPr algn="l">
              <a:defRPr sz="2100" b="1">
                <a:solidFill>
                  <a:srgbClr val="F72585"/>
                </a:solidFill>
                <a:latin typeface="굴림"/>
                <a:ea typeface="굴림"/>
                <a:cs typeface="굴림"/>
              </a:defRPr>
            </a:lvl8pPr>
            <a:lvl9pPr algn="l">
              <a:defRPr sz="2100" b="1">
                <a:solidFill>
                  <a:srgbClr val="F72585"/>
                </a:solidFill>
                <a:latin typeface="굴림"/>
                <a:ea typeface="굴림"/>
                <a:cs typeface="굴림"/>
              </a:defRPr>
            </a:lvl9pPr>
          </a:lstStyle>
          <a:p xmlns:a="http://schemas.openxmlformats.org/drawingml/2006/main">
            <a:pPr algn="l">
              <a:defRPr sz="2100" b="1">
                <a:solidFill>
                  <a:srgbClr val="F72585"/>
                </a:solidFill>
                <a:latin typeface="굴림"/>
                <a:ea typeface="굴림"/>
                <a:cs typeface="굴림"/>
              </a:defRPr>
            </a:pPr>
            <a:r>
              <a:rPr sz="2100" b="1">
                <a:solidFill>
                  <a:srgbClr val="F72585"/>
                </a:solidFill>
                <a:latin typeface="굴림"/>
                <a:ea typeface="굴림"/>
                <a:cs typeface="굴림"/>
              </a:rPr>
              <a:t>고정 컨텍스트 정확도는 검색 실패·가드 후 최종 품질을 포함하지 않음</a:t>
            </a:r>
          </a:p>
        </p:txBody>
      </p:sp>
    </p:spTree>
    <p:extLst>
      <p:ext uri="{BB962C8B-B14F-4D97-AF65-F5344CB8AC3E}">
        <p14:creationId xmlns:p14="http://schemas.microsoft.com/office/powerpoint/2010/main" val="1349285519"/>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xt-104">
            <a:extLst xmlns:a="http://schemas.openxmlformats.org/drawingml/2006/main">
              <a:ext uri="{FF2B5EF4-FFF2-40B4-BE49-F238E27FC236}">
                <a16:creationId xmlns:a16="http://schemas.microsoft.com/office/drawing/2014/main" id="{49A4157E-763F-4A26-88F9-2D8CF3D0347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스케줄러</a:t>
            </a:r>
          </a:p>
        </p:txBody>
      </p:sp>
      <p:sp>
        <p:nvSpPr>
          <p:cNvPr id="2" name="txt-105">
            <a:extLst xmlns:a="http://schemas.openxmlformats.org/drawingml/2006/main">
              <a:ext uri="{FF2B5EF4-FFF2-40B4-BE49-F238E27FC236}">
                <a16:creationId xmlns:a16="http://schemas.microsoft.com/office/drawing/2014/main" id="{E7D90340-755E-4DD5-80F7-832E7397FE30}"/>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데이터별 보관·익명화 정책</a:t>
            </a:r>
          </a:p>
        </p:txBody>
      </p:sp>
      <p:sp>
        <p:nvSpPr>
          <p:cNvPr id="3" name="">
            <a:extLst xmlns:a="http://schemas.openxmlformats.org/drawingml/2006/main">
              <a:ext uri="{FF2B5EF4-FFF2-40B4-BE49-F238E27FC236}">
                <a16:creationId xmlns:a16="http://schemas.microsoft.com/office/drawing/2014/main" id="{38FEEA87-CD2E-44AE-BA06-2D40991104D7}"/>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06">
            <a:extLst xmlns:a="http://schemas.openxmlformats.org/drawingml/2006/main">
              <a:ext uri="{FF2B5EF4-FFF2-40B4-BE49-F238E27FC236}">
                <a16:creationId xmlns:a16="http://schemas.microsoft.com/office/drawing/2014/main" id="{10498784-5686-4066-AC01-F546E004AC83}"/>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07">
            <a:extLst xmlns:a="http://schemas.openxmlformats.org/drawingml/2006/main">
              <a:ext uri="{FF2B5EF4-FFF2-40B4-BE49-F238E27FC236}">
                <a16:creationId xmlns:a16="http://schemas.microsoft.com/office/drawing/2014/main" id="{EEE76B56-63F6-4526-A3DA-82114496DCDD}"/>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A7</a:t>
            </a:r>
          </a:p>
        </p:txBody>
      </p:sp>
      <p:sp>
        <p:nvSpPr>
          <p:cNvPr id="6" name="txt-108">
            <a:extLst xmlns:a="http://schemas.openxmlformats.org/drawingml/2006/main">
              <a:ext uri="{FF2B5EF4-FFF2-40B4-BE49-F238E27FC236}">
                <a16:creationId xmlns:a16="http://schemas.microsoft.com/office/drawing/2014/main" id="{99797962-E9E4-4CC6-B10D-C975C7ED3A55}"/>
              </a:ext>
            </a:extLst>
          </p:cNvPr>
          <p:cNvSpPr>
            <a:spLocks xmlns:a="http://schemas.openxmlformats.org/drawingml/2006/main" noGrp="1"/>
          </p:cNvSpPr>
          <p:nvPr/>
        </p:nvSpPr>
        <p:spPr>
          <a:xfrm xmlns:a="http://schemas.openxmlformats.org/drawingml/2006/main">
            <a:off x="619125" y="6477000"/>
            <a:ext cx="12458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00" b="0">
                <a:solidFill>
                  <a:srgbClr val="686B72"/>
                </a:solidFill>
                <a:latin typeface="굴림"/>
                <a:ea typeface="굴림"/>
                <a:cs typeface="굴림"/>
              </a:defRPr>
            </a:defPPr>
            <a:lvl1pPr algn="l">
              <a:defRPr sz="1400" b="0">
                <a:solidFill>
                  <a:srgbClr val="686B72"/>
                </a:solidFill>
                <a:latin typeface="굴림"/>
                <a:ea typeface="굴림"/>
                <a:cs typeface="굴림"/>
              </a:defRPr>
            </a:lvl1pPr>
            <a:lvl2pPr algn="l">
              <a:defRPr sz="1400" b="0">
                <a:solidFill>
                  <a:srgbClr val="686B72"/>
                </a:solidFill>
                <a:latin typeface="굴림"/>
                <a:ea typeface="굴림"/>
                <a:cs typeface="굴림"/>
              </a:defRPr>
            </a:lvl2pPr>
            <a:lvl3pPr algn="l">
              <a:defRPr sz="1400" b="0">
                <a:solidFill>
                  <a:srgbClr val="686B72"/>
                </a:solidFill>
                <a:latin typeface="굴림"/>
                <a:ea typeface="굴림"/>
                <a:cs typeface="굴림"/>
              </a:defRPr>
            </a:lvl3pPr>
            <a:lvl4pPr algn="l">
              <a:defRPr sz="1400" b="0">
                <a:solidFill>
                  <a:srgbClr val="686B72"/>
                </a:solidFill>
                <a:latin typeface="굴림"/>
                <a:ea typeface="굴림"/>
                <a:cs typeface="굴림"/>
              </a:defRPr>
            </a:lvl4pPr>
            <a:lvl5pPr algn="l">
              <a:defRPr sz="1400" b="0">
                <a:solidFill>
                  <a:srgbClr val="686B72"/>
                </a:solidFill>
                <a:latin typeface="굴림"/>
                <a:ea typeface="굴림"/>
                <a:cs typeface="굴림"/>
              </a:defRPr>
            </a:lvl5pPr>
            <a:lvl6pPr algn="l">
              <a:defRPr sz="1400" b="0">
                <a:solidFill>
                  <a:srgbClr val="686B72"/>
                </a:solidFill>
                <a:latin typeface="굴림"/>
                <a:ea typeface="굴림"/>
                <a:cs typeface="굴림"/>
              </a:defRPr>
            </a:lvl6pPr>
            <a:lvl7pPr algn="l">
              <a:defRPr sz="1400" b="0">
                <a:solidFill>
                  <a:srgbClr val="686B72"/>
                </a:solidFill>
                <a:latin typeface="굴림"/>
                <a:ea typeface="굴림"/>
                <a:cs typeface="굴림"/>
              </a:defRPr>
            </a:lvl7pPr>
            <a:lvl8pPr algn="l">
              <a:defRPr sz="1400" b="0">
                <a:solidFill>
                  <a:srgbClr val="686B72"/>
                </a:solidFill>
                <a:latin typeface="굴림"/>
                <a:ea typeface="굴림"/>
                <a:cs typeface="굴림"/>
              </a:defRPr>
            </a:lvl8pPr>
            <a:lvl9pPr algn="l">
              <a:defRPr sz="1400" b="0">
                <a:solidFill>
                  <a:srgbClr val="686B72"/>
                </a:solidFill>
                <a:latin typeface="굴림"/>
                <a:ea typeface="굴림"/>
                <a:cs typeface="굴림"/>
              </a:defRPr>
            </a:lvl9pPr>
          </a:lstStyle>
          <a:p xmlns:a="http://schemas.openxmlformats.org/drawingml/2006/main">
            <a:pPr algn="l">
              <a:defRPr sz="1400" b="0">
                <a:solidFill>
                  <a:srgbClr val="686B72"/>
                </a:solidFill>
                <a:latin typeface="굴림"/>
                <a:ea typeface="굴림"/>
                <a:cs typeface="굴림"/>
              </a:defRPr>
            </a:pPr>
            <a:r>
              <a:rPr sz="1400" b="0">
                <a:solidFill>
                  <a:srgbClr val="686B72"/>
                </a:solidFill>
                <a:latin typeface="굴림"/>
                <a:ea typeface="굴림"/>
                <a:cs typeface="굴림"/>
              </a:rPr>
              <a:t>프로젝트에 설정한 보관 정책 · 삭제 조건은 DB 프로시저에서 관리</a:t>
            </a:r>
          </a:p>
        </p:txBody>
      </p:sp>
      <p:graphicFrame>
        <p:nvGraphicFramePr>
          <p:cNvPr id="7" name="">
            <a:extLst xmlns:a="http://schemas.openxmlformats.org/drawingml/2006/main">
              <a:ext uri="{FF2B5EF4-FFF2-40B4-BE49-F238E27FC236}">
                <a16:creationId xmlns:a16="http://schemas.microsoft.com/office/drawing/2014/main" id="{0ADB05EE-A38F-4F61-AF02-26EC49940287}"/>
              </a:ext>
            </a:extLst>
          </p:cNvPr>
          <p:cNvGraphicFramePr/>
          <p:nvPr/>
        </p:nvGraphicFramePr>
        <p:xfrm>
          <a:off xmlns:a="http://schemas.openxmlformats.org/drawingml/2006/main" x="619125" y="2057400"/>
          <a:ext xmlns:a="http://schemas.openxmlformats.org/drawingml/2006/main" cx="12468225" cy="3952875"/>
        </p:xfrm>
        <a:graphic xmlns:a="http://schemas.openxmlformats.org/drawingml/2006/main">
          <a:graphicData uri="http://schemas.openxmlformats.org/drawingml/2006/table">
            <a:tbl>
              <a:tblPr/>
              <a:tblGrid>
                <a:gridCol w="4667250"/>
                <a:gridCol w="7800975"/>
              </a:tblGrid>
              <a:tr h="564696">
                <a:tc>
                  <a:txBody>
                    <a:bodyPr>
                      <a:noAutofit/>
                    </a:bodyPr>
                    <a:lstStyle/>
                    <a:p>
                      <a:r>
                        <a:rPr sz="1763" b="1">
                          <a:solidFill>
                            <a:srgbClr val="FFFFFF"/>
                          </a:solidFill>
                          <a:latin typeface="굴림"/>
                          <a:ea typeface="굴림"/>
                          <a:cs typeface="굴림"/>
                        </a:rPr>
                        <a:t>대상</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763" b="1">
                          <a:solidFill>
                            <a:srgbClr val="FFFFFF"/>
                          </a:solidFill>
                          <a:latin typeface="굴림"/>
                          <a:ea typeface="굴림"/>
                          <a:cs typeface="굴림"/>
                        </a:rPr>
                        <a:t>정리 기준</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64696">
                <a:tc>
                  <a:txBody>
                    <a:bodyPr>
                      <a:noAutofit/>
                    </a:bodyPr>
                    <a:lstStyle/>
                    <a:p>
                      <a:r>
                        <a:rPr sz="1763" b="1">
                          <a:solidFill>
                            <a:srgbClr val="F72585"/>
                          </a:solidFill>
                          <a:latin typeface="굴림"/>
                          <a:ea typeface="굴림"/>
                          <a:cs typeface="굴림"/>
                        </a:rPr>
                        <a:t>대화·답변 시도·예약·알림</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 질문·답변 로그</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3년 보관 / 3개월 뒤 질문 원문·회원 연결 제거</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미답변 질문 묶음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관리자 처리 후 3개월 / 검토 대기·보류는 유지</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구독·청구 기록</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5년</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64696">
                <a:tc>
                  <a:txBody>
                    <a:bodyPr>
                      <a:noAutofit/>
                    </a:bodyPr>
                    <a:lstStyle/>
                    <a:p>
                      <a:r>
                        <a:rPr sz="1763" b="1">
                          <a:solidFill>
                            <a:srgbClr val="F72585"/>
                          </a:solidFill>
                          <a:latin typeface="굴림"/>
                          <a:ea typeface="굴림"/>
                          <a:cs typeface="굴림"/>
                        </a:rPr>
                        <a:t>탈퇴 회원</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763" b="0">
                          <a:solidFill>
                            <a:srgbClr val="17171A"/>
                          </a:solidFill>
                          <a:latin typeface="굴림"/>
                          <a:ea typeface="굴림"/>
                          <a:cs typeface="굴림"/>
                        </a:rPr>
                        <a:t>3개월 뒤 삭제 / 보존할 거래 식별 정보는 retention 분리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64696">
                <a:tc>
                  <a:txBody>
                    <a:bodyPr>
                      <a:noAutofit/>
                    </a:bodyPr>
                    <a:lstStyle/>
                    <a:p>
                      <a:r>
                        <a:rPr sz="1763" b="1">
                          <a:solidFill>
                            <a:srgbClr val="F72585"/>
                          </a:solidFill>
                          <a:latin typeface="굴림"/>
                          <a:ea typeface="굴림"/>
                          <a:cs typeface="굴림"/>
                        </a:rPr>
                        <a:t>FAQ·매장·상품 마스터</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763" b="0">
                          <a:solidFill>
                            <a:srgbClr val="17171A"/>
                          </a:solidFill>
                          <a:latin typeface="굴림"/>
                          <a:ea typeface="굴림"/>
                          <a:cs typeface="굴림"/>
                        </a:rPr>
                        <a:t>soft delete 후 3년 / 참조가 없을 때만 삭제</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Tree>
    <p:extLst>
      <p:ext uri="{BB962C8B-B14F-4D97-AF65-F5344CB8AC3E}">
        <p14:creationId xmlns:p14="http://schemas.microsoft.com/office/powerpoint/2010/main" val="1429336794"/>
      </p:ext>
    </p:extLst>
  </p:cSld>
</p:sld>
</file>

<file path=ppt/slides/slide13.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xt-109">
            <a:extLst xmlns:a="http://schemas.openxmlformats.org/drawingml/2006/main">
              <a:ext uri="{FF2B5EF4-FFF2-40B4-BE49-F238E27FC236}">
                <a16:creationId xmlns:a16="http://schemas.microsoft.com/office/drawing/2014/main" id="{C6E9154B-3DEF-414E-8700-4B6CEF8385D1}"/>
              </a:ext>
            </a:extLst>
          </p:cNvPr>
          <p:cNvSpPr>
            <a:spLocks xmlns:a="http://schemas.openxmlformats.org/drawingml/2006/main" noGrp="1"/>
          </p:cNvSpPr>
          <p:nvPr/>
        </p:nvSpPr>
        <p:spPr>
          <a:xfrm xmlns:a="http://schemas.openxmlformats.org/drawingml/2006/main">
            <a:off x="619125" y="361950"/>
            <a:ext cx="1200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F72585"/>
                </a:solidFill>
                <a:latin typeface="굴림"/>
                <a:ea typeface="굴림"/>
                <a:cs typeface="굴림"/>
              </a:defRPr>
            </a:defPPr>
            <a:lvl1pPr algn="l">
              <a:defRPr sz="1500" b="0">
                <a:solidFill>
                  <a:srgbClr val="F72585"/>
                </a:solidFill>
                <a:latin typeface="굴림"/>
                <a:ea typeface="굴림"/>
                <a:cs typeface="굴림"/>
              </a:defRPr>
            </a:lvl1pPr>
            <a:lvl2pPr algn="l">
              <a:defRPr sz="1500" b="0">
                <a:solidFill>
                  <a:srgbClr val="F72585"/>
                </a:solidFill>
                <a:latin typeface="굴림"/>
                <a:ea typeface="굴림"/>
                <a:cs typeface="굴림"/>
              </a:defRPr>
            </a:lvl2pPr>
            <a:lvl3pPr algn="l">
              <a:defRPr sz="1500" b="0">
                <a:solidFill>
                  <a:srgbClr val="F72585"/>
                </a:solidFill>
                <a:latin typeface="굴림"/>
                <a:ea typeface="굴림"/>
                <a:cs typeface="굴림"/>
              </a:defRPr>
            </a:lvl3pPr>
            <a:lvl4pPr algn="l">
              <a:defRPr sz="1500" b="0">
                <a:solidFill>
                  <a:srgbClr val="F72585"/>
                </a:solidFill>
                <a:latin typeface="굴림"/>
                <a:ea typeface="굴림"/>
                <a:cs typeface="굴림"/>
              </a:defRPr>
            </a:lvl4pPr>
            <a:lvl5pPr algn="l">
              <a:defRPr sz="1500" b="0">
                <a:solidFill>
                  <a:srgbClr val="F72585"/>
                </a:solidFill>
                <a:latin typeface="굴림"/>
                <a:ea typeface="굴림"/>
                <a:cs typeface="굴림"/>
              </a:defRPr>
            </a:lvl5pPr>
            <a:lvl6pPr algn="l">
              <a:defRPr sz="1500" b="0">
                <a:solidFill>
                  <a:srgbClr val="F72585"/>
                </a:solidFill>
                <a:latin typeface="굴림"/>
                <a:ea typeface="굴림"/>
                <a:cs typeface="굴림"/>
              </a:defRPr>
            </a:lvl6pPr>
            <a:lvl7pPr algn="l">
              <a:defRPr sz="1500" b="0">
                <a:solidFill>
                  <a:srgbClr val="F72585"/>
                </a:solidFill>
                <a:latin typeface="굴림"/>
                <a:ea typeface="굴림"/>
                <a:cs typeface="굴림"/>
              </a:defRPr>
            </a:lvl7pPr>
            <a:lvl8pPr algn="l">
              <a:defRPr sz="1500" b="0">
                <a:solidFill>
                  <a:srgbClr val="F72585"/>
                </a:solidFill>
                <a:latin typeface="굴림"/>
                <a:ea typeface="굴림"/>
                <a:cs typeface="굴림"/>
              </a:defRPr>
            </a:lvl8pPr>
            <a:lvl9pPr algn="l">
              <a:defRPr sz="1500" b="0">
                <a:solidFill>
                  <a:srgbClr val="F72585"/>
                </a:solidFill>
                <a:latin typeface="굴림"/>
                <a:ea typeface="굴림"/>
                <a:cs typeface="굴림"/>
              </a:defRPr>
            </a:lvl9pPr>
          </a:lstStyle>
          <a:p xmlns:a="http://schemas.openxmlformats.org/drawingml/2006/main">
            <a:pPr algn="l">
              <a:defRPr sz="1500" b="0">
                <a:solidFill>
                  <a:srgbClr val="F72585"/>
                </a:solidFill>
                <a:latin typeface="굴림"/>
                <a:ea typeface="굴림"/>
                <a:cs typeface="굴림"/>
              </a:defRPr>
            </a:pPr>
            <a:r>
              <a:rPr sz="1500" b="0">
                <a:solidFill>
                  <a:srgbClr val="F72585"/>
                </a:solidFill>
                <a:latin typeface="굴림"/>
                <a:ea typeface="굴림"/>
                <a:cs typeface="굴림"/>
              </a:rPr>
              <a:t>부록 · 멀티턴</a:t>
            </a:r>
          </a:p>
        </p:txBody>
      </p:sp>
      <p:sp>
        <p:nvSpPr>
          <p:cNvPr id="2" name="txt-110">
            <a:extLst xmlns:a="http://schemas.openxmlformats.org/drawingml/2006/main">
              <a:ext uri="{FF2B5EF4-FFF2-40B4-BE49-F238E27FC236}">
                <a16:creationId xmlns:a16="http://schemas.microsoft.com/office/drawing/2014/main" id="{6D3FD46A-D7CE-45CE-847D-B365BD9DF30E}"/>
              </a:ext>
            </a:extLst>
          </p:cNvPr>
          <p:cNvSpPr>
            <a:spLocks xmlns:a="http://schemas.openxmlformats.org/drawingml/2006/main" noGrp="1"/>
          </p:cNvSpPr>
          <p:nvPr/>
        </p:nvSpPr>
        <p:spPr>
          <a:xfrm xmlns:a="http://schemas.openxmlformats.org/drawingml/2006/main">
            <a:off x="619125" y="1057275"/>
            <a:ext cx="1247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굴림"/>
                <a:ea typeface="굴림"/>
                <a:cs typeface="굴림"/>
              </a:defRPr>
            </a:defPPr>
            <a:lvl1pPr algn="l">
              <a:defRPr sz="3400" b="1">
                <a:solidFill>
                  <a:srgbClr val="17171A"/>
                </a:solidFill>
                <a:latin typeface="굴림"/>
                <a:ea typeface="굴림"/>
                <a:cs typeface="굴림"/>
              </a:defRPr>
            </a:lvl1pPr>
            <a:lvl2pPr algn="l">
              <a:defRPr sz="3400" b="1">
                <a:solidFill>
                  <a:srgbClr val="17171A"/>
                </a:solidFill>
                <a:latin typeface="굴림"/>
                <a:ea typeface="굴림"/>
                <a:cs typeface="굴림"/>
              </a:defRPr>
            </a:lvl2pPr>
            <a:lvl3pPr algn="l">
              <a:defRPr sz="3400" b="1">
                <a:solidFill>
                  <a:srgbClr val="17171A"/>
                </a:solidFill>
                <a:latin typeface="굴림"/>
                <a:ea typeface="굴림"/>
                <a:cs typeface="굴림"/>
              </a:defRPr>
            </a:lvl3pPr>
            <a:lvl4pPr algn="l">
              <a:defRPr sz="3400" b="1">
                <a:solidFill>
                  <a:srgbClr val="17171A"/>
                </a:solidFill>
                <a:latin typeface="굴림"/>
                <a:ea typeface="굴림"/>
                <a:cs typeface="굴림"/>
              </a:defRPr>
            </a:lvl4pPr>
            <a:lvl5pPr algn="l">
              <a:defRPr sz="3400" b="1">
                <a:solidFill>
                  <a:srgbClr val="17171A"/>
                </a:solidFill>
                <a:latin typeface="굴림"/>
                <a:ea typeface="굴림"/>
                <a:cs typeface="굴림"/>
              </a:defRPr>
            </a:lvl5pPr>
            <a:lvl6pPr algn="l">
              <a:defRPr sz="3400" b="1">
                <a:solidFill>
                  <a:srgbClr val="17171A"/>
                </a:solidFill>
                <a:latin typeface="굴림"/>
                <a:ea typeface="굴림"/>
                <a:cs typeface="굴림"/>
              </a:defRPr>
            </a:lvl6pPr>
            <a:lvl7pPr algn="l">
              <a:defRPr sz="3400" b="1">
                <a:solidFill>
                  <a:srgbClr val="17171A"/>
                </a:solidFill>
                <a:latin typeface="굴림"/>
                <a:ea typeface="굴림"/>
                <a:cs typeface="굴림"/>
              </a:defRPr>
            </a:lvl7pPr>
            <a:lvl8pPr algn="l">
              <a:defRPr sz="3400" b="1">
                <a:solidFill>
                  <a:srgbClr val="17171A"/>
                </a:solidFill>
                <a:latin typeface="굴림"/>
                <a:ea typeface="굴림"/>
                <a:cs typeface="굴림"/>
              </a:defRPr>
            </a:lvl8pPr>
            <a:lvl9pPr algn="l">
              <a:defRPr sz="3400" b="1">
                <a:solidFill>
                  <a:srgbClr val="17171A"/>
                </a:solidFill>
                <a:latin typeface="굴림"/>
                <a:ea typeface="굴림"/>
                <a:cs typeface="굴림"/>
              </a:defRPr>
            </a:lvl9pPr>
          </a:lstStyle>
          <a:p xmlns:a="http://schemas.openxmlformats.org/drawingml/2006/main">
            <a:pPr algn="l">
              <a:defRPr sz="3400" b="1">
                <a:solidFill>
                  <a:srgbClr val="17171A"/>
                </a:solidFill>
                <a:latin typeface="굴림"/>
                <a:ea typeface="굴림"/>
                <a:cs typeface="굴림"/>
              </a:defRPr>
            </a:pPr>
            <a:r>
              <a:rPr sz="3400" b="1">
                <a:solidFill>
                  <a:srgbClr val="17171A"/>
                </a:solidFill>
                <a:latin typeface="굴림"/>
                <a:ea typeface="굴림"/>
                <a:cs typeface="굴림"/>
              </a:rPr>
              <a:t>이전 대화 전달을 결정하는 기준</a:t>
            </a:r>
          </a:p>
        </p:txBody>
      </p:sp>
      <p:sp>
        <p:nvSpPr>
          <p:cNvPr id="3" name="">
            <a:extLst xmlns:a="http://schemas.openxmlformats.org/drawingml/2006/main">
              <a:ext uri="{FF2B5EF4-FFF2-40B4-BE49-F238E27FC236}">
                <a16:creationId xmlns:a16="http://schemas.microsoft.com/office/drawing/2014/main" id="{67B1018A-50EE-4560-A512-8D50153D5461}"/>
              </a:ext>
            </a:extLst>
          </p:cNvPr>
          <p:cNvSpPr>
            <a:spLocks xmlns:a="http://schemas.openxmlformats.org/drawingml/2006/main" noGrp="1"/>
          </p:cNvSpPr>
          <p:nvPr/>
        </p:nvSpPr>
        <p:spPr>
          <a:xfrm xmlns:a="http://schemas.openxmlformats.org/drawingml/2006/main">
            <a:off x="619125" y="6896100"/>
            <a:ext cx="12468225" cy="0"/>
          </a:xfrm>
          <a:prstGeom xmlns:a="http://schemas.openxmlformats.org/drawingml/2006/main" prst="line">
            <a:avLst/>
          </a:prstGeom>
          <a:noFill xmlns:a="http://schemas.openxmlformats.org/drawingml/2006/main"/>
          <a:ln xmlns:a="http://schemas.openxmlformats.org/drawingml/2006/main" w="9525">
            <a:solidFill>
              <a:srgbClr val="E6DCE3"/>
            </a:solidFill>
            <a:prstDash val="solid"/>
          </a:ln>
        </p:spPr>
      </p:sp>
      <p:sp>
        <p:nvSpPr>
          <p:cNvPr id="4" name="txt-111">
            <a:extLst xmlns:a="http://schemas.openxmlformats.org/drawingml/2006/main">
              <a:ext uri="{FF2B5EF4-FFF2-40B4-BE49-F238E27FC236}">
                <a16:creationId xmlns:a16="http://schemas.microsoft.com/office/drawing/2014/main" id="{D9D151D8-3494-432E-BBC2-507CC6469D99}"/>
              </a:ext>
            </a:extLst>
          </p:cNvPr>
          <p:cNvSpPr>
            <a:spLocks xmlns:a="http://schemas.openxmlformats.org/drawingml/2006/main" noGrp="1"/>
          </p:cNvSpPr>
          <p:nvPr/>
        </p:nvSpPr>
        <p:spPr>
          <a:xfrm xmlns:a="http://schemas.openxmlformats.org/drawingml/2006/main">
            <a:off x="619125" y="71532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686B72"/>
                </a:solidFill>
                <a:latin typeface="굴림"/>
                <a:ea typeface="굴림"/>
                <a:cs typeface="굴림"/>
              </a:defRPr>
            </a:defPPr>
            <a:lvl1pPr algn="l">
              <a:defRPr sz="1300" b="1">
                <a:solidFill>
                  <a:srgbClr val="686B72"/>
                </a:solidFill>
                <a:latin typeface="굴림"/>
                <a:ea typeface="굴림"/>
                <a:cs typeface="굴림"/>
              </a:defRPr>
            </a:lvl1pPr>
            <a:lvl2pPr algn="l">
              <a:defRPr sz="1300" b="1">
                <a:solidFill>
                  <a:srgbClr val="686B72"/>
                </a:solidFill>
                <a:latin typeface="굴림"/>
                <a:ea typeface="굴림"/>
                <a:cs typeface="굴림"/>
              </a:defRPr>
            </a:lvl2pPr>
            <a:lvl3pPr algn="l">
              <a:defRPr sz="1300" b="1">
                <a:solidFill>
                  <a:srgbClr val="686B72"/>
                </a:solidFill>
                <a:latin typeface="굴림"/>
                <a:ea typeface="굴림"/>
                <a:cs typeface="굴림"/>
              </a:defRPr>
            </a:lvl3pPr>
            <a:lvl4pPr algn="l">
              <a:defRPr sz="1300" b="1">
                <a:solidFill>
                  <a:srgbClr val="686B72"/>
                </a:solidFill>
                <a:latin typeface="굴림"/>
                <a:ea typeface="굴림"/>
                <a:cs typeface="굴림"/>
              </a:defRPr>
            </a:lvl4pPr>
            <a:lvl5pPr algn="l">
              <a:defRPr sz="1300" b="1">
                <a:solidFill>
                  <a:srgbClr val="686B72"/>
                </a:solidFill>
                <a:latin typeface="굴림"/>
                <a:ea typeface="굴림"/>
                <a:cs typeface="굴림"/>
              </a:defRPr>
            </a:lvl5pPr>
            <a:lvl6pPr algn="l">
              <a:defRPr sz="1300" b="1">
                <a:solidFill>
                  <a:srgbClr val="686B72"/>
                </a:solidFill>
                <a:latin typeface="굴림"/>
                <a:ea typeface="굴림"/>
                <a:cs typeface="굴림"/>
              </a:defRPr>
            </a:lvl6pPr>
            <a:lvl7pPr algn="l">
              <a:defRPr sz="1300" b="1">
                <a:solidFill>
                  <a:srgbClr val="686B72"/>
                </a:solidFill>
                <a:latin typeface="굴림"/>
                <a:ea typeface="굴림"/>
                <a:cs typeface="굴림"/>
              </a:defRPr>
            </a:lvl7pPr>
            <a:lvl8pPr algn="l">
              <a:defRPr sz="1300" b="1">
                <a:solidFill>
                  <a:srgbClr val="686B72"/>
                </a:solidFill>
                <a:latin typeface="굴림"/>
                <a:ea typeface="굴림"/>
                <a:cs typeface="굴림"/>
              </a:defRPr>
            </a:lvl8pPr>
            <a:lvl9pPr algn="l">
              <a:defRPr sz="1300" b="1">
                <a:solidFill>
                  <a:srgbClr val="686B72"/>
                </a:solidFill>
                <a:latin typeface="굴림"/>
                <a:ea typeface="굴림"/>
                <a:cs typeface="굴림"/>
              </a:defRPr>
            </a:lvl9pPr>
          </a:lstStyle>
          <a:p xmlns:a="http://schemas.openxmlformats.org/drawingml/2006/main">
            <a:pPr algn="l">
              <a:defRPr sz="1300" b="1">
                <a:solidFill>
                  <a:srgbClr val="686B72"/>
                </a:solidFill>
                <a:latin typeface="굴림"/>
                <a:ea typeface="굴림"/>
                <a:cs typeface="굴림"/>
              </a:defRPr>
            </a:pPr>
            <a:r>
              <a:rPr sz="1300" b="1">
                <a:solidFill>
                  <a:srgbClr val="686B72"/>
                </a:solidFill>
                <a:latin typeface="굴림"/>
                <a:ea typeface="굴림"/>
                <a:cs typeface="굴림"/>
              </a:rPr>
              <a:t>UBot</a:t>
            </a:r>
          </a:p>
        </p:txBody>
      </p:sp>
      <p:sp>
        <p:nvSpPr>
          <p:cNvPr id="5" name="txt-112">
            <a:extLst xmlns:a="http://schemas.openxmlformats.org/drawingml/2006/main">
              <a:ext uri="{FF2B5EF4-FFF2-40B4-BE49-F238E27FC236}">
                <a16:creationId xmlns:a16="http://schemas.microsoft.com/office/drawing/2014/main" id="{F5D75DB4-3478-4F98-A2AF-971DA780F001}"/>
              </a:ext>
            </a:extLst>
          </p:cNvPr>
          <p:cNvSpPr>
            <a:spLocks xmlns:a="http://schemas.openxmlformats.org/drawingml/2006/main" noGrp="1"/>
          </p:cNvSpPr>
          <p:nvPr/>
        </p:nvSpPr>
        <p:spPr>
          <a:xfrm xmlns:a="http://schemas.openxmlformats.org/drawingml/2006/main">
            <a:off x="12192000" y="7153275"/>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굴림"/>
                <a:ea typeface="굴림"/>
                <a:cs typeface="굴림"/>
              </a:defRPr>
            </a:defPPr>
            <a:lvl1pPr algn="r">
              <a:defRPr sz="1300" b="0">
                <a:solidFill>
                  <a:srgbClr val="686B72"/>
                </a:solidFill>
                <a:latin typeface="굴림"/>
                <a:ea typeface="굴림"/>
                <a:cs typeface="굴림"/>
              </a:defRPr>
            </a:lvl1pPr>
            <a:lvl2pPr algn="r">
              <a:defRPr sz="1300" b="0">
                <a:solidFill>
                  <a:srgbClr val="686B72"/>
                </a:solidFill>
                <a:latin typeface="굴림"/>
                <a:ea typeface="굴림"/>
                <a:cs typeface="굴림"/>
              </a:defRPr>
            </a:lvl2pPr>
            <a:lvl3pPr algn="r">
              <a:defRPr sz="1300" b="0">
                <a:solidFill>
                  <a:srgbClr val="686B72"/>
                </a:solidFill>
                <a:latin typeface="굴림"/>
                <a:ea typeface="굴림"/>
                <a:cs typeface="굴림"/>
              </a:defRPr>
            </a:lvl3pPr>
            <a:lvl4pPr algn="r">
              <a:defRPr sz="1300" b="0">
                <a:solidFill>
                  <a:srgbClr val="686B72"/>
                </a:solidFill>
                <a:latin typeface="굴림"/>
                <a:ea typeface="굴림"/>
                <a:cs typeface="굴림"/>
              </a:defRPr>
            </a:lvl4pPr>
            <a:lvl5pPr algn="r">
              <a:defRPr sz="1300" b="0">
                <a:solidFill>
                  <a:srgbClr val="686B72"/>
                </a:solidFill>
                <a:latin typeface="굴림"/>
                <a:ea typeface="굴림"/>
                <a:cs typeface="굴림"/>
              </a:defRPr>
            </a:lvl5pPr>
            <a:lvl6pPr algn="r">
              <a:defRPr sz="1300" b="0">
                <a:solidFill>
                  <a:srgbClr val="686B72"/>
                </a:solidFill>
                <a:latin typeface="굴림"/>
                <a:ea typeface="굴림"/>
                <a:cs typeface="굴림"/>
              </a:defRPr>
            </a:lvl6pPr>
            <a:lvl7pPr algn="r">
              <a:defRPr sz="1300" b="0">
                <a:solidFill>
                  <a:srgbClr val="686B72"/>
                </a:solidFill>
                <a:latin typeface="굴림"/>
                <a:ea typeface="굴림"/>
                <a:cs typeface="굴림"/>
              </a:defRPr>
            </a:lvl7pPr>
            <a:lvl8pPr algn="r">
              <a:defRPr sz="1300" b="0">
                <a:solidFill>
                  <a:srgbClr val="686B72"/>
                </a:solidFill>
                <a:latin typeface="굴림"/>
                <a:ea typeface="굴림"/>
                <a:cs typeface="굴림"/>
              </a:defRPr>
            </a:lvl8pPr>
            <a:lvl9pPr algn="r">
              <a:defRPr sz="1300" b="0">
                <a:solidFill>
                  <a:srgbClr val="686B72"/>
                </a:solidFill>
                <a:latin typeface="굴림"/>
                <a:ea typeface="굴림"/>
                <a:cs typeface="굴림"/>
              </a:defRPr>
            </a:lvl9pPr>
          </a:lstStyle>
          <a:p xmlns:a="http://schemas.openxmlformats.org/drawingml/2006/main">
            <a:pPr algn="r">
              <a:defRPr sz="1300" b="0">
                <a:solidFill>
                  <a:srgbClr val="686B72"/>
                </a:solidFill>
                <a:latin typeface="굴림"/>
                <a:ea typeface="굴림"/>
                <a:cs typeface="굴림"/>
              </a:defRPr>
            </a:pPr>
            <a:r>
              <a:rPr sz="1300" b="0">
                <a:solidFill>
                  <a:srgbClr val="686B72"/>
                </a:solidFill>
                <a:latin typeface="굴림"/>
                <a:ea typeface="굴림"/>
                <a:cs typeface="굴림"/>
              </a:rPr>
              <a:t>A8</a:t>
            </a:r>
          </a:p>
        </p:txBody>
      </p:sp>
      <p:graphicFrame>
        <p:nvGraphicFramePr>
          <p:cNvPr id="6" name="">
            <a:extLst xmlns:a="http://schemas.openxmlformats.org/drawingml/2006/main">
              <a:ext uri="{FF2B5EF4-FFF2-40B4-BE49-F238E27FC236}">
                <a16:creationId xmlns:a16="http://schemas.microsoft.com/office/drawing/2014/main" id="{5BE172FA-1B7A-440E-B61E-C7530CCD6AD4}"/>
              </a:ext>
            </a:extLst>
          </p:cNvPr>
          <p:cNvGraphicFramePr/>
          <p:nvPr/>
        </p:nvGraphicFramePr>
        <p:xfrm>
          <a:off xmlns:a="http://schemas.openxmlformats.org/drawingml/2006/main" x="619125" y="2266950"/>
          <a:ext xmlns:a="http://schemas.openxmlformats.org/drawingml/2006/main" cx="12468225" cy="2876550"/>
        </p:xfrm>
        <a:graphic xmlns:a="http://schemas.openxmlformats.org/drawingml/2006/main">
          <a:graphicData uri="http://schemas.openxmlformats.org/drawingml/2006/table">
            <a:tbl>
              <a:tblPr/>
              <a:tblGrid>
                <a:gridCol w="6858000"/>
                <a:gridCol w="5610225"/>
              </a:tblGrid>
              <a:tr h="575310">
                <a:tc>
                  <a:txBody>
                    <a:bodyPr>
                      <a:noAutofit/>
                    </a:bodyPr>
                    <a:lstStyle/>
                    <a:p>
                      <a:r>
                        <a:rPr sz="1950" b="1">
                          <a:solidFill>
                            <a:srgbClr val="FFFFFF"/>
                          </a:solidFill>
                          <a:latin typeface="굴림"/>
                          <a:ea typeface="굴림"/>
                          <a:cs typeface="굴림"/>
                        </a:rPr>
                        <a:t>판정 조건</a:t>
                      </a:r>
                    </a:p>
                  </a:txBody>
                  <a:tcPr marL="161925" marR="142875" marT="123825" marB="104775" anchor="ctr">
                    <a:lnL w="9525">
                      <a:solidFill>
                        <a:srgbClr val="E6DCE3"/>
                      </a:solidFill>
                      <a:prstDash val="solid"/>
                    </a:lnL>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c>
                  <a:txBody>
                    <a:bodyPr>
                      <a:noAutofit/>
                    </a:bodyPr>
                    <a:lstStyle/>
                    <a:p>
                      <a:r>
                        <a:rPr sz="1950" b="1">
                          <a:solidFill>
                            <a:srgbClr val="FFFFFF"/>
                          </a:solidFill>
                          <a:latin typeface="굴림"/>
                          <a:ea typeface="굴림"/>
                          <a:cs typeface="굴림"/>
                        </a:rPr>
                        <a:t>처리</a:t>
                      </a:r>
                    </a:p>
                  </a:txBody>
                  <a:tcPr marL="161925" marR="142875" marT="123825" marB="104775" anchor="ctr">
                    <a:lnR w="9525">
                      <a:solidFill>
                        <a:srgbClr val="E6DCE3"/>
                      </a:solidFill>
                      <a:prstDash val="solid"/>
                    </a:lnR>
                    <a:lnT w="9525">
                      <a:solidFill>
                        <a:srgbClr val="E6DCE3"/>
                      </a:solidFill>
                      <a:prstDash val="solid"/>
                    </a:lnT>
                    <a:lnB w="9525">
                      <a:solidFill>
                        <a:srgbClr val="E6DCE3"/>
                      </a:solidFill>
                      <a:prstDash val="solid"/>
                    </a:lnB>
                    <a:solidFill>
                      <a:srgbClr val="32142F"/>
                    </a:solidFill>
                  </a:tcPr>
                </a:tc>
              </a:tr>
              <a:tr h="575310">
                <a:tc>
                  <a:txBody>
                    <a:bodyPr>
                      <a:noAutofit/>
                    </a:bodyPr>
                    <a:lstStyle/>
                    <a:p>
                      <a:r>
                        <a:rPr sz="1950" b="1">
                          <a:solidFill>
                            <a:srgbClr val="F72585"/>
                          </a:solidFill>
                          <a:latin typeface="굴림"/>
                          <a:ea typeface="굴림"/>
                          <a:cs typeface="굴림"/>
                        </a:rPr>
                        <a:t>검색어가 이전 대화에서만 나온 단어를 사용</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답변 LLM에 이전 원문·답변을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검색어에 지시어가 남음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앞 대화를 참조할 수 있도록 전달</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r h="575310">
                <a:tc>
                  <a:txBody>
                    <a:bodyPr>
                      <a:noAutofit/>
                    </a:bodyPr>
                    <a:lstStyle/>
                    <a:p>
                      <a:r>
                        <a:rPr sz="1950" b="1">
                          <a:solidFill>
                            <a:srgbClr val="F72585"/>
                          </a:solidFill>
                          <a:latin typeface="굴림"/>
                          <a:ea typeface="굴림"/>
                          <a:cs typeface="굴림"/>
                        </a:rPr>
                        <a:t>원문에 멀티턴 표지가 있음</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FFF"/>
                    </a:solidFill>
                  </a:tcPr>
                </a:tc>
                <a:tc>
                  <a:txBody>
                    <a:bodyPr>
                      <a:noAutofit/>
                    </a:bodyPr>
                    <a:lstStyle/>
                    <a:p>
                      <a:r>
                        <a:rPr sz="1950" b="0">
                          <a:solidFill>
                            <a:srgbClr val="17171A"/>
                          </a:solidFill>
                          <a:latin typeface="굴림"/>
                          <a:ea typeface="굴림"/>
                          <a:cs typeface="굴림"/>
                        </a:rPr>
                        <a:t>최대 3턴 전달</a:t>
                      </a:r>
                    </a:p>
                  </a:txBody>
                  <a:tcPr marL="161925" marR="142875" marT="123825" marB="104775" anchor="ctr">
                    <a:lnR w="9525">
                      <a:solidFill>
                        <a:srgbClr val="E6DCE3"/>
                      </a:solidFill>
                      <a:prstDash val="solid"/>
                    </a:lnR>
                    <a:lnB w="9525">
                      <a:solidFill>
                        <a:srgbClr val="E6DCE3"/>
                      </a:solidFill>
                      <a:prstDash val="solid"/>
                    </a:lnB>
                    <a:solidFill>
                      <a:srgbClr val="FFFFFF"/>
                    </a:solidFill>
                  </a:tcPr>
                </a:tc>
              </a:tr>
              <a:tr h="575310">
                <a:tc>
                  <a:txBody>
                    <a:bodyPr>
                      <a:noAutofit/>
                    </a:bodyPr>
                    <a:lstStyle/>
                    <a:p>
                      <a:r>
                        <a:rPr sz="1950" b="1">
                          <a:solidFill>
                            <a:srgbClr val="F72585"/>
                          </a:solidFill>
                          <a:latin typeface="굴림"/>
                          <a:ea typeface="굴림"/>
                          <a:cs typeface="굴림"/>
                        </a:rPr>
                        <a:t>독립 질문으로 판단</a:t>
                      </a:r>
                    </a:p>
                  </a:txBody>
                  <a:tcPr marL="161925" marR="142875" marT="123825" marB="104775" anchor="ctr">
                    <a:lnL w="9525">
                      <a:solidFill>
                        <a:srgbClr val="E6DCE3"/>
                      </a:solidFill>
                      <a:prstDash val="solid"/>
                    </a:lnL>
                    <a:lnR w="9525">
                      <a:solidFill>
                        <a:srgbClr val="E6DCE3"/>
                      </a:solidFill>
                      <a:prstDash val="solid"/>
                    </a:lnR>
                    <a:lnB w="9525">
                      <a:solidFill>
                        <a:srgbClr val="E6DCE3"/>
                      </a:solidFill>
                      <a:prstDash val="solid"/>
                    </a:lnB>
                    <a:solidFill>
                      <a:srgbClr val="FFF4F9"/>
                    </a:solidFill>
                  </a:tcPr>
                </a:tc>
                <a:tc>
                  <a:txBody>
                    <a:bodyPr>
                      <a:noAutofit/>
                    </a:bodyPr>
                    <a:lstStyle/>
                    <a:p>
                      <a:r>
                        <a:rPr sz="1950" b="0">
                          <a:solidFill>
                            <a:srgbClr val="17171A"/>
                          </a:solidFill>
                          <a:latin typeface="굴림"/>
                          <a:ea typeface="굴림"/>
                          <a:cs typeface="굴림"/>
                        </a:rPr>
                        <a:t>이전 대화를 답변 LLM에 넣지 않음</a:t>
                      </a:r>
                    </a:p>
                  </a:txBody>
                  <a:tcPr marL="161925" marR="142875" marT="123825" marB="104775" anchor="ctr">
                    <a:lnR w="9525">
                      <a:solidFill>
                        <a:srgbClr val="E6DCE3"/>
                      </a:solidFill>
                      <a:prstDash val="solid"/>
                    </a:lnR>
                    <a:lnB w="9525">
                      <a:solidFill>
                        <a:srgbClr val="E6DCE3"/>
                      </a:solidFill>
                      <a:prstDash val="solid"/>
                    </a:lnB>
                    <a:solidFill>
                      <a:srgbClr val="FFF4F9"/>
                    </a:solidFill>
                  </a:tcPr>
                </a:tc>
              </a:tr>
            </a:tbl>
          </a:graphicData>
        </a:graphic>
      </p:graphicFrame>
      <p:sp>
        <p:nvSpPr>
          <p:cNvPr id="7" name="txt-113">
            <a:extLst xmlns:a="http://schemas.openxmlformats.org/drawingml/2006/main">
              <a:ext uri="{FF2B5EF4-FFF2-40B4-BE49-F238E27FC236}">
                <a16:creationId xmlns:a16="http://schemas.microsoft.com/office/drawing/2014/main" id="{5AB25448-9F04-48A8-898A-05612E317915}"/>
              </a:ext>
            </a:extLst>
          </p:cNvPr>
          <p:cNvSpPr>
            <a:spLocks xmlns:a="http://schemas.openxmlformats.org/drawingml/2006/main" noGrp="1"/>
          </p:cNvSpPr>
          <p:nvPr/>
        </p:nvSpPr>
        <p:spPr>
          <a:xfrm xmlns:a="http://schemas.openxmlformats.org/drawingml/2006/main">
            <a:off x="619125" y="5591175"/>
            <a:ext cx="1228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72585"/>
                </a:solidFill>
                <a:latin typeface="굴림"/>
                <a:ea typeface="굴림"/>
                <a:cs typeface="굴림"/>
              </a:defRPr>
            </a:defPPr>
            <a:lvl1pPr algn="l">
              <a:defRPr sz="2400" b="1">
                <a:solidFill>
                  <a:srgbClr val="F72585"/>
                </a:solidFill>
                <a:latin typeface="굴림"/>
                <a:ea typeface="굴림"/>
                <a:cs typeface="굴림"/>
              </a:defRPr>
            </a:lvl1pPr>
            <a:lvl2pPr algn="l">
              <a:defRPr sz="2400" b="1">
                <a:solidFill>
                  <a:srgbClr val="F72585"/>
                </a:solidFill>
                <a:latin typeface="굴림"/>
                <a:ea typeface="굴림"/>
                <a:cs typeface="굴림"/>
              </a:defRPr>
            </a:lvl2pPr>
            <a:lvl3pPr algn="l">
              <a:defRPr sz="2400" b="1">
                <a:solidFill>
                  <a:srgbClr val="F72585"/>
                </a:solidFill>
                <a:latin typeface="굴림"/>
                <a:ea typeface="굴림"/>
                <a:cs typeface="굴림"/>
              </a:defRPr>
            </a:lvl3pPr>
            <a:lvl4pPr algn="l">
              <a:defRPr sz="2400" b="1">
                <a:solidFill>
                  <a:srgbClr val="F72585"/>
                </a:solidFill>
                <a:latin typeface="굴림"/>
                <a:ea typeface="굴림"/>
                <a:cs typeface="굴림"/>
              </a:defRPr>
            </a:lvl4pPr>
            <a:lvl5pPr algn="l">
              <a:defRPr sz="2400" b="1">
                <a:solidFill>
                  <a:srgbClr val="F72585"/>
                </a:solidFill>
                <a:latin typeface="굴림"/>
                <a:ea typeface="굴림"/>
                <a:cs typeface="굴림"/>
              </a:defRPr>
            </a:lvl5pPr>
            <a:lvl6pPr algn="l">
              <a:defRPr sz="2400" b="1">
                <a:solidFill>
                  <a:srgbClr val="F72585"/>
                </a:solidFill>
                <a:latin typeface="굴림"/>
                <a:ea typeface="굴림"/>
                <a:cs typeface="굴림"/>
              </a:defRPr>
            </a:lvl6pPr>
            <a:lvl7pPr algn="l">
              <a:defRPr sz="2400" b="1">
                <a:solidFill>
                  <a:srgbClr val="F72585"/>
                </a:solidFill>
                <a:latin typeface="굴림"/>
                <a:ea typeface="굴림"/>
                <a:cs typeface="굴림"/>
              </a:defRPr>
            </a:lvl7pPr>
            <a:lvl8pPr algn="l">
              <a:defRPr sz="2400" b="1">
                <a:solidFill>
                  <a:srgbClr val="F72585"/>
                </a:solidFill>
                <a:latin typeface="굴림"/>
                <a:ea typeface="굴림"/>
                <a:cs typeface="굴림"/>
              </a:defRPr>
            </a:lvl8pPr>
            <a:lvl9pPr algn="l">
              <a:defRPr sz="2400" b="1">
                <a:solidFill>
                  <a:srgbClr val="F72585"/>
                </a:solidFill>
                <a:latin typeface="굴림"/>
                <a:ea typeface="굴림"/>
                <a:cs typeface="굴림"/>
              </a:defRPr>
            </a:lvl9pPr>
          </a:lstStyle>
          <a:p xmlns:a="http://schemas.openxmlformats.org/drawingml/2006/main">
            <a:pPr algn="l">
              <a:defRPr sz="2400" b="1">
                <a:solidFill>
                  <a:srgbClr val="F72585"/>
                </a:solidFill>
                <a:latin typeface="굴림"/>
                <a:ea typeface="굴림"/>
                <a:cs typeface="굴림"/>
              </a:defRPr>
            </a:pPr>
            <a:r>
              <a:rPr sz="2400" b="1">
                <a:solidFill>
                  <a:srgbClr val="F72585"/>
                </a:solidFill>
                <a:latin typeface="굴림"/>
                <a:ea typeface="굴림"/>
                <a:cs typeface="굴림"/>
              </a:rPr>
              <a:t>이전 질문도 사용자가 입력한 원문으로 유지</a:t>
            </a:r>
          </a:p>
        </p:txBody>
      </p:sp>
      <p:sp>
        <p:nvSpPr>
          <p:cNvPr id="8" name="txt-114">
            <a:extLst xmlns:a="http://schemas.openxmlformats.org/drawingml/2006/main">
              <a:ext uri="{FF2B5EF4-FFF2-40B4-BE49-F238E27FC236}">
                <a16:creationId xmlns:a16="http://schemas.microsoft.com/office/drawing/2014/main" id="{EA5AB83F-1307-4E80-87D6-FC99B687ADF7}"/>
              </a:ext>
            </a:extLst>
          </p:cNvPr>
          <p:cNvSpPr>
            <a:spLocks xmlns:a="http://schemas.openxmlformats.org/drawingml/2006/main" noGrp="1"/>
          </p:cNvSpPr>
          <p:nvPr/>
        </p:nvSpPr>
        <p:spPr>
          <a:xfrm xmlns:a="http://schemas.openxmlformats.org/drawingml/2006/main">
            <a:off x="619125" y="6115050"/>
            <a:ext cx="1228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86B72"/>
                </a:solidFill>
                <a:latin typeface="굴림"/>
                <a:ea typeface="굴림"/>
                <a:cs typeface="굴림"/>
              </a:defRPr>
            </a:defPPr>
            <a:lvl1pPr algn="l">
              <a:defRPr sz="1875" b="0">
                <a:solidFill>
                  <a:srgbClr val="686B72"/>
                </a:solidFill>
                <a:latin typeface="굴림"/>
                <a:ea typeface="굴림"/>
                <a:cs typeface="굴림"/>
              </a:defRPr>
            </a:lvl1pPr>
            <a:lvl2pPr algn="l">
              <a:defRPr sz="1875" b="0">
                <a:solidFill>
                  <a:srgbClr val="686B72"/>
                </a:solidFill>
                <a:latin typeface="굴림"/>
                <a:ea typeface="굴림"/>
                <a:cs typeface="굴림"/>
              </a:defRPr>
            </a:lvl2pPr>
            <a:lvl3pPr algn="l">
              <a:defRPr sz="1875" b="0">
                <a:solidFill>
                  <a:srgbClr val="686B72"/>
                </a:solidFill>
                <a:latin typeface="굴림"/>
                <a:ea typeface="굴림"/>
                <a:cs typeface="굴림"/>
              </a:defRPr>
            </a:lvl3pPr>
            <a:lvl4pPr algn="l">
              <a:defRPr sz="1875" b="0">
                <a:solidFill>
                  <a:srgbClr val="686B72"/>
                </a:solidFill>
                <a:latin typeface="굴림"/>
                <a:ea typeface="굴림"/>
                <a:cs typeface="굴림"/>
              </a:defRPr>
            </a:lvl4pPr>
            <a:lvl5pPr algn="l">
              <a:defRPr sz="1875" b="0">
                <a:solidFill>
                  <a:srgbClr val="686B72"/>
                </a:solidFill>
                <a:latin typeface="굴림"/>
                <a:ea typeface="굴림"/>
                <a:cs typeface="굴림"/>
              </a:defRPr>
            </a:lvl5pPr>
            <a:lvl6pPr algn="l">
              <a:defRPr sz="1875" b="0">
                <a:solidFill>
                  <a:srgbClr val="686B72"/>
                </a:solidFill>
                <a:latin typeface="굴림"/>
                <a:ea typeface="굴림"/>
                <a:cs typeface="굴림"/>
              </a:defRPr>
            </a:lvl6pPr>
            <a:lvl7pPr algn="l">
              <a:defRPr sz="1875" b="0">
                <a:solidFill>
                  <a:srgbClr val="686B72"/>
                </a:solidFill>
                <a:latin typeface="굴림"/>
                <a:ea typeface="굴림"/>
                <a:cs typeface="굴림"/>
              </a:defRPr>
            </a:lvl7pPr>
            <a:lvl8pPr algn="l">
              <a:defRPr sz="1875" b="0">
                <a:solidFill>
                  <a:srgbClr val="686B72"/>
                </a:solidFill>
                <a:latin typeface="굴림"/>
                <a:ea typeface="굴림"/>
                <a:cs typeface="굴림"/>
              </a:defRPr>
            </a:lvl8pPr>
            <a:lvl9pPr algn="l">
              <a:defRPr sz="1875" b="0">
                <a:solidFill>
                  <a:srgbClr val="686B72"/>
                </a:solidFill>
                <a:latin typeface="굴림"/>
                <a:ea typeface="굴림"/>
                <a:cs typeface="굴림"/>
              </a:defRPr>
            </a:lvl9pPr>
          </a:lstStyle>
          <a:p xmlns:a="http://schemas.openxmlformats.org/drawingml/2006/main">
            <a:pPr algn="l">
              <a:defRPr sz="1875" b="0">
                <a:solidFill>
                  <a:srgbClr val="686B72"/>
                </a:solidFill>
                <a:latin typeface="굴림"/>
                <a:ea typeface="굴림"/>
                <a:cs typeface="굴림"/>
              </a:defRPr>
            </a:pPr>
            <a:r>
              <a:rPr sz="1875" b="0">
                <a:solidFill>
                  <a:srgbClr val="686B72"/>
                </a:solidFill>
                <a:latin typeface="굴림"/>
                <a:ea typeface="굴림"/>
                <a:cs typeface="굴림"/>
              </a:rPr>
              <a:t>LLM이 한 번 만든 지명·조건이 다음 턴의 사실로 굳는 현상을 방지</a:t>
            </a:r>
          </a:p>
        </p:txBody>
      </p:sp>
    </p:spTree>
    <p:extLst>
      <p:ext uri="{BB962C8B-B14F-4D97-AF65-F5344CB8AC3E}">
        <p14:creationId xmlns:p14="http://schemas.microsoft.com/office/powerpoint/2010/main" val="6431363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2026-10-25T10:36:13.7450000Z</dcterms:created>
  <dcterms:modified xsi:type="dcterms:W3CDTF">2026-10-25T10:36:13.7460000Z</dcterms:modified>
</coreProperties>
</file>