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9.1300000000000008</c:v>
                </c:pt>
                <c:pt idx="1">
                  <c:v>6.1</c:v>
                </c:pt>
                <c:pt idx="2">
                  <c:v>3.33</c:v>
                </c:pt>
              </c:numCache>
            </c:numRef>
          </c:val>
          <c:extLst>
            <c:ext xmlns:c16="http://schemas.microsoft.com/office/drawing/2014/chart" uri="{C3380CC4-5D6E-409C-BE32-E72D297353CC}">
              <c16:uniqueId val="{00000000-24DC-4B6D-B782-5EFA5317C406}"/>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20.440000000000001</c:v>
                </c:pt>
                <c:pt idx="1">
                  <c:v>14</c:v>
                </c:pt>
              </c:numCache>
            </c:numRef>
          </c:val>
          <c:extLst>
            <c:ext xmlns:c16="http://schemas.microsoft.com/office/drawing/2014/chart" uri="{C3380CC4-5D6E-409C-BE32-E72D297353CC}">
              <c16:uniqueId val="{00000000-487C-4432-88DA-597FA7695573}"/>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487C-4432-88DA-597FA7695573}"/>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1993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C:/Ureka/ureca_project2/LLM_Test/presentation_work/revision_20261026_pink/selection_metrics.json</a:t>
            </a:r>
          </a:p>
          <a:p>
            <a:r>
              <a:t>C:/Ureka/ureca_project2/LLM_Test/presentation_work/revision_20261026_pink/derive_selection_metrics.py</a:t>
            </a:r>
          </a:p>
          <a:p>
            <a:r>
              <a:t>C:/Ureka/ureca_project2/LLM_Test/presentation_work/evidence_20261026/gemma_v3_v4_and_status.json</a:t>
            </a:r>
          </a:p>
          <a:p>
            <a:endParaRPr/>
          </a:p>
          <a:p>
            <a:r>
              <a:t>Gemma의버전간비교해석</a:t>
            </a:r>
          </a:p>
          <a:p>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74119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C:/Ureka/ureca_project2/LLM_Test/presentation_work/revision_20261026_pink/model_comparison_metrics.json</a:t>
            </a:r>
          </a:p>
          <a:p>
            <a:r>
              <a:t>C:/Ureka/ureca_project2/LLM_Test/presentation_work/revision_20261026_pink/derive_model_comparison.py</a:t>
            </a:r>
          </a:p>
          <a:p>
            <a:r>
              <a:t>C:/Ureka/ureca_project2/LLM_Test/scripts/docgen/judge_report.js</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a:p>
            <a:endParaRPr/>
          </a:p>
          <a:p>
            <a:r>
              <a:t>최신 정의</a:t>
            </a:r>
          </a:p>
          <a:p>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52465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34574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C:/Ureka/ureca_project2/LLM_Test/presentation_work/revision_20261026_pink/feedback_metrics.json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42343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C:/Ureka/ureca_project2/LLM_Test/presentation_work/revision_20261026_pink/slide_metrics.json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57277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C:/Ureka/ureca_project2/LLM_Test/presentation_work/revision_20261026_pink/derive_slide_metrics.py</a:t>
            </a:r>
          </a:p>
          <a:p>
            <a:r>
              <a:t>C:/Ureka/ureca_project2/LLM_Test/presentation_work/revision_20261026_pink/slide_metrics.json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44159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48155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wn-text-1">
            <a:extLst>
              <a:ext uri="{FF2B5EF4-FFF2-40B4-BE49-F238E27FC236}">
                <a16:creationId xmlns:a16="http://schemas.microsoft.com/office/drawing/2014/main" id="{DB3822FF-C1E3-4B4E-8A56-C862A11438DF}"/>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1F6915BD-10E4-4C32-877E-506B8DD4A7F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a:ext uri="{FF2B5EF4-FFF2-40B4-BE49-F238E27FC236}">
                <a16:creationId xmlns:a16="http://schemas.microsoft.com/office/drawing/2014/main" id="{97E6F84E-80A8-41FA-BA84-74351769393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a:ext uri="{FF2B5EF4-FFF2-40B4-BE49-F238E27FC236}">
                <a16:creationId xmlns:a16="http://schemas.microsoft.com/office/drawing/2014/main" id="{4A434F07-8613-4EFC-82EF-2491CDA33C1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E9B1C137-AAFE-487A-B456-9E46AD0F9635}"/>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4E6B8F36-0E57-49A0-9385-8B2425C835CC}"/>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74FF68C0-AA94-4D96-9AFE-C450136C4C43}"/>
              </a:ext>
            </a:extLst>
          </p:cNvPr>
          <p:cNvGraphicFramePr/>
          <p:nvPr/>
        </p:nvGraphicFramePr>
        <p:xfrm>
          <a:off x="628650" y="2076450"/>
          <a:ext cx="7239000" cy="3886200"/>
        </p:xfrm>
        <a:graphic>
          <a:graphicData uri="http://schemas.openxmlformats.org/drawingml/2006/table">
            <a:tbl>
              <a:tblPr/>
              <a:tblGrid>
                <a:gridCol w="20288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23850">
                <a:tc>
                  <a:txBody>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P95(초)</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1.43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2.78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5.65</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4.53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1">
                          <a:solidFill>
                            <a:srgbClr val="F72585"/>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8.11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1차 MVP 선정</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5.04</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8"/>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47.62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18.33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품질·지연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28.49</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F3D68A16-7DC0-4FEA-861C-FAC14CFB3ABB}"/>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5D94C49D-9C7F-4BB8-991F-FD1AB399188F}"/>
              </a:ext>
            </a:extLst>
          </p:cNvPr>
          <p:cNvSpPr>
            <a:spLocks noGrp="1"/>
          </p:cNvSpPr>
          <p:nvPr/>
        </p:nvSpPr>
        <p:spPr>
          <a:xfrm>
            <a:off x="8248650" y="2076450"/>
            <a:ext cx="4857750" cy="5810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a:ext uri="{FF2B5EF4-FFF2-40B4-BE49-F238E27FC236}">
                <a16:creationId xmlns:a16="http://schemas.microsoft.com/office/drawing/2014/main" id="{0117E184-AAF1-46D3-BBA5-80D5387A4997}"/>
              </a:ext>
            </a:extLst>
          </p:cNvPr>
          <p:cNvGraphicFramePr/>
          <p:nvPr/>
        </p:nvGraphicFramePr>
        <p:xfrm>
          <a:off x="8248650" y="2771775"/>
          <a:ext cx="4857750" cy="2457450"/>
        </p:xfrm>
        <a:graphic>
          <a:graphicData uri="http://schemas.openxmlformats.org/drawingml/2006/chart">
            <c:chart xmlns:c="http://schemas.openxmlformats.org/drawingml/2006/chart" xmlns:r="http://schemas.openxmlformats.org/officeDocument/2006/relationships" r:id="rId3"/>
          </a:graphicData>
        </a:graphic>
      </p:graphicFrame>
      <p:sp>
        <p:nvSpPr>
          <p:cNvPr id="11" name="own-text-9">
            <a:extLst>
              <a:ext uri="{FF2B5EF4-FFF2-40B4-BE49-F238E27FC236}">
                <a16:creationId xmlns:a16="http://schemas.microsoft.com/office/drawing/2014/main" id="{30E4C914-3AC4-4DB6-B2D5-23D924115445}"/>
              </a:ext>
            </a:extLst>
          </p:cNvPr>
          <p:cNvSpPr>
            <a:spLocks noGrp="1"/>
          </p:cNvSpPr>
          <p:nvPr/>
        </p:nvSpPr>
        <p:spPr>
          <a:xfrm>
            <a:off x="8248650" y="5391150"/>
            <a:ext cx="4857750" cy="5143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a:ext uri="{FF2B5EF4-FFF2-40B4-BE49-F238E27FC236}">
                <a16:creationId xmlns:a16="http://schemas.microsoft.com/office/drawing/2014/main" id="{3A4D7884-32BA-4D1A-B6CE-6F64F3FA44A5}"/>
              </a:ext>
            </a:extLst>
          </p:cNvPr>
          <p:cNvSpPr>
            <a:spLocks noGrp="1"/>
          </p:cNvSpPr>
          <p:nvPr/>
        </p:nvSpPr>
        <p:spPr>
          <a:xfrm>
            <a:off x="8248650" y="5962650"/>
            <a:ext cx="4857750" cy="590550"/>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3282722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1">
            <a:extLst>
              <a:ext uri="{FF2B5EF4-FFF2-40B4-BE49-F238E27FC236}">
                <a16:creationId xmlns:a16="http://schemas.microsoft.com/office/drawing/2014/main" id="{E3A9B5CB-4F4C-4093-AB5D-AF9B39334BE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a:ext uri="{FF2B5EF4-FFF2-40B4-BE49-F238E27FC236}">
                <a16:creationId xmlns:a16="http://schemas.microsoft.com/office/drawing/2014/main" id="{99473990-B5D5-4A65-97BB-43EED7623789}"/>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a:ext uri="{FF2B5EF4-FFF2-40B4-BE49-F238E27FC236}">
                <a16:creationId xmlns:a16="http://schemas.microsoft.com/office/drawing/2014/main" id="{F39A3133-70B5-46AD-BA3D-B1C26A1A011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a:ext uri="{FF2B5EF4-FFF2-40B4-BE49-F238E27FC236}">
                <a16:creationId xmlns:a16="http://schemas.microsoft.com/office/drawing/2014/main" id="{E68BBC57-D5A5-409F-92FD-A4A3F761A61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a:ext uri="{FF2B5EF4-FFF2-40B4-BE49-F238E27FC236}">
                <a16:creationId xmlns:a16="http://schemas.microsoft.com/office/drawing/2014/main" id="{BBD7DCC0-D320-4F30-84A2-3ADF8CA02DE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6">
            <a:extLst>
              <a:ext uri="{FF2B5EF4-FFF2-40B4-BE49-F238E27FC236}">
                <a16:creationId xmlns:a16="http://schemas.microsoft.com/office/drawing/2014/main" id="{C0F72AF1-25E5-4B91-B436-BB89980CF887}"/>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31EE4500-E799-4E84-8CA8-A12258DB69F7}"/>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7">
            <a:extLst>
              <a:ext uri="{FF2B5EF4-FFF2-40B4-BE49-F238E27FC236}">
                <a16:creationId xmlns:a16="http://schemas.microsoft.com/office/drawing/2014/main" id="{54C910EF-00B2-4A05-9B71-F9681A63779F}"/>
              </a:ext>
            </a:extLst>
          </p:cNvPr>
          <p:cNvSpPr>
            <a:spLocks noGrp="1"/>
          </p:cNvSpPr>
          <p:nvPr/>
        </p:nvSpPr>
        <p:spPr>
          <a:xfrm>
            <a:off x="9086850" y="2076450"/>
            <a:ext cx="4000500" cy="33337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표 8">
            <a:extLst>
              <a:ext uri="{FF2B5EF4-FFF2-40B4-BE49-F238E27FC236}">
                <a16:creationId xmlns:a16="http://schemas.microsoft.com/office/drawing/2014/main" id="{61082EBA-208C-4D44-8663-0F0DD8B583C8}"/>
              </a:ext>
            </a:extLst>
          </p:cNvPr>
          <p:cNvGraphicFramePr/>
          <p:nvPr/>
        </p:nvGraphicFramePr>
        <p:xfrm>
          <a:off x="9086850" y="2514600"/>
          <a:ext cx="4000500" cy="1066800"/>
        </p:xfrm>
        <a:graphic>
          <a:graphicData uri="http://schemas.openxmlformats.org/drawingml/2006/table">
            <a:tbl>
              <a:tblPr/>
              <a:tblGrid>
                <a:gridCol w="1847850">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0" name="own-text-18">
            <a:extLst>
              <a:ext uri="{FF2B5EF4-FFF2-40B4-BE49-F238E27FC236}">
                <a16:creationId xmlns:a16="http://schemas.microsoft.com/office/drawing/2014/main" id="{1BD4044E-68DA-4E53-A9E2-775A8EC3255C}"/>
              </a:ext>
            </a:extLst>
          </p:cNvPr>
          <p:cNvSpPr>
            <a:spLocks noGrp="1"/>
          </p:cNvSpPr>
          <p:nvPr/>
        </p:nvSpPr>
        <p:spPr>
          <a:xfrm>
            <a:off x="9086850" y="3800475"/>
            <a:ext cx="4000500" cy="31432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a:ext uri="{FF2B5EF4-FFF2-40B4-BE49-F238E27FC236}">
                <a16:creationId xmlns:a16="http://schemas.microsoft.com/office/drawing/2014/main" id="{975BA8C9-8749-44CB-9A0A-CF5F76877659}"/>
              </a:ext>
            </a:extLst>
          </p:cNvPr>
          <p:cNvSpPr>
            <a:spLocks noGrp="1"/>
          </p:cNvSpPr>
          <p:nvPr/>
        </p:nvSpPr>
        <p:spPr>
          <a:xfrm>
            <a:off x="9086850" y="4248150"/>
            <a:ext cx="4000500" cy="990600"/>
          </a:xfrm>
          <a:prstGeom prst="rect">
            <a:avLst/>
          </a:prstGeom>
          <a:noFill/>
          <a:ln w="0">
            <a:noFill/>
          </a:ln>
        </p:spPr>
        <p:txBody>
          <a:bodyPr wrap="square" lIns="0" tIns="0" rIns="0" bIns="0" anchor="t">
            <a:noAutofit/>
          </a:bodyPr>
          <a:lstStyle>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a:ext uri="{FF2B5EF4-FFF2-40B4-BE49-F238E27FC236}">
                <a16:creationId xmlns:a16="http://schemas.microsoft.com/office/drawing/2014/main" id="{DA85D808-992C-4DD0-9057-5C829BA1E72D}"/>
              </a:ext>
            </a:extLst>
          </p:cNvPr>
          <p:cNvSpPr>
            <a:spLocks noGrp="1"/>
          </p:cNvSpPr>
          <p:nvPr/>
        </p:nvSpPr>
        <p:spPr>
          <a:xfrm>
            <a:off x="9086850" y="5419725"/>
            <a:ext cx="4000500" cy="3143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a:ext uri="{FF2B5EF4-FFF2-40B4-BE49-F238E27FC236}">
                <a16:creationId xmlns:a16="http://schemas.microsoft.com/office/drawing/2014/main" id="{BF64F4BE-1723-4E15-A285-541EAD754B34}"/>
              </a:ext>
            </a:extLst>
          </p:cNvPr>
          <p:cNvSpPr>
            <a:spLocks noGrp="1"/>
          </p:cNvSpPr>
          <p:nvPr/>
        </p:nvSpPr>
        <p:spPr>
          <a:xfrm>
            <a:off x="9086850" y="5848350"/>
            <a:ext cx="4000500" cy="714375"/>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a:ext uri="{FF2B5EF4-FFF2-40B4-BE49-F238E27FC236}">
                <a16:creationId xmlns:a16="http://schemas.microsoft.com/office/drawing/2014/main" id="{1A46C279-4F91-461D-8B24-17A1DDC3F6F6}"/>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880547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wn-text-23">
            <a:extLst>
              <a:ext uri="{FF2B5EF4-FFF2-40B4-BE49-F238E27FC236}">
                <a16:creationId xmlns:a16="http://schemas.microsoft.com/office/drawing/2014/main" id="{72AF99D3-A97F-4FC9-80D2-A6508594CDB2}"/>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a:ext uri="{FF2B5EF4-FFF2-40B4-BE49-F238E27FC236}">
                <a16:creationId xmlns:a16="http://schemas.microsoft.com/office/drawing/2014/main" id="{33C80DB8-72E6-4163-9240-C7E7D9D6CA6D}"/>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a:ext uri="{FF2B5EF4-FFF2-40B4-BE49-F238E27FC236}">
                <a16:creationId xmlns:a16="http://schemas.microsoft.com/office/drawing/2014/main" id="{90A938FE-08A4-47B1-B6EE-5884C157AD3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a:ext uri="{FF2B5EF4-FFF2-40B4-BE49-F238E27FC236}">
                <a16:creationId xmlns:a16="http://schemas.microsoft.com/office/drawing/2014/main" id="{76BB61A9-F334-4727-812A-DC96ED39EB2E}"/>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a:ext uri="{FF2B5EF4-FFF2-40B4-BE49-F238E27FC236}">
                <a16:creationId xmlns:a16="http://schemas.microsoft.com/office/drawing/2014/main" id="{36728324-9986-4FD9-BF9F-7778AFEEBDFF}"/>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28">
            <a:extLst>
              <a:ext uri="{FF2B5EF4-FFF2-40B4-BE49-F238E27FC236}">
                <a16:creationId xmlns:a16="http://schemas.microsoft.com/office/drawing/2014/main" id="{4972AA7C-1C45-456A-AE73-9502226AFFA6}"/>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표 6">
            <a:extLst>
              <a:ext uri="{FF2B5EF4-FFF2-40B4-BE49-F238E27FC236}">
                <a16:creationId xmlns:a16="http://schemas.microsoft.com/office/drawing/2014/main" id="{D2843786-0DE7-4D98-BC75-14B9E75FCA3A}"/>
              </a:ext>
            </a:extLst>
          </p:cNvPr>
          <p:cNvGraphicFramePr/>
          <p:nvPr/>
        </p:nvGraphicFramePr>
        <p:xfrm>
          <a:off x="628650" y="2076450"/>
          <a:ext cx="12458700" cy="2476500"/>
        </p:xfrm>
        <a:graphic>
          <a:graphicData uri="http://schemas.openxmlformats.org/drawingml/2006/table">
            <a:tbl>
              <a:tblPr/>
              <a:tblGrid>
                <a:gridCol w="4762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gridCol w="2038350">
                  <a:extLst>
                    <a:ext uri="{9D8B030D-6E8A-4147-A177-3AD203B41FA5}">
                      <a16:colId xmlns:a16="http://schemas.microsoft.com/office/drawing/2014/main" val="20004"/>
                    </a:ext>
                  </a:extLst>
                </a:gridCol>
              </a:tblGrid>
              <a:tr h="412750">
                <a:tc>
                  <a:txBody>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정답률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상태 판단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근거 선택</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12750">
                <a:tc>
                  <a:txBody>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23.8%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12750">
                <a:tc>
                  <a:txBody>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24.5%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49.3%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12750">
                <a:tc>
                  <a:txBody>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71.8%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93.2%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12750">
                <a:tc>
                  <a:txBody>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85.1%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23.0%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12750">
                <a:tc>
                  <a:txBody>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87.6%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22.3%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91.6%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own-text-29">
            <a:extLst>
              <a:ext uri="{FF2B5EF4-FFF2-40B4-BE49-F238E27FC236}">
                <a16:creationId xmlns:a16="http://schemas.microsoft.com/office/drawing/2014/main" id="{77A12FD8-DCAD-4DBF-9EFD-624F9D7330BC}"/>
              </a:ext>
            </a:extLst>
          </p:cNvPr>
          <p:cNvSpPr>
            <a:spLocks noGrp="1"/>
          </p:cNvSpPr>
          <p:nvPr/>
        </p:nvSpPr>
        <p:spPr>
          <a:xfrm>
            <a:off x="628650" y="4876800"/>
            <a:ext cx="6000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a:ext uri="{FF2B5EF4-FFF2-40B4-BE49-F238E27FC236}">
                <a16:creationId xmlns:a16="http://schemas.microsoft.com/office/drawing/2014/main" id="{66DAF7C6-D0A0-4E90-94C9-10F18F4DB241}"/>
              </a:ext>
            </a:extLst>
          </p:cNvPr>
          <p:cNvSpPr>
            <a:spLocks noGrp="1"/>
          </p:cNvSpPr>
          <p:nvPr/>
        </p:nvSpPr>
        <p:spPr>
          <a:xfrm>
            <a:off x="628650" y="5295900"/>
            <a:ext cx="6000750" cy="59055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a:ext uri="{FF2B5EF4-FFF2-40B4-BE49-F238E27FC236}">
                <a16:creationId xmlns:a16="http://schemas.microsoft.com/office/drawing/2014/main" id="{C7040938-0077-4F1C-90B2-F0559E9E7DDF}"/>
              </a:ext>
            </a:extLst>
          </p:cNvPr>
          <p:cNvSpPr>
            <a:spLocks noGrp="1"/>
          </p:cNvSpPr>
          <p:nvPr/>
        </p:nvSpPr>
        <p:spPr>
          <a:xfrm>
            <a:off x="628650" y="5981700"/>
            <a:ext cx="6000750" cy="523875"/>
          </a:xfrm>
          <a:prstGeom prst="rect">
            <a:avLst/>
          </a:prstGeom>
          <a:noFill/>
          <a:ln w="0">
            <a:noFill/>
          </a:ln>
        </p:spPr>
        <p:txBody>
          <a:bodyPr wrap="square" lIns="0" tIns="0" rIns="0" bIns="0" anchor="t">
            <a:noAutofit/>
          </a:bodyPr>
          <a:lstStyle>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a:ext uri="{FF2B5EF4-FFF2-40B4-BE49-F238E27FC236}">
                <a16:creationId xmlns:a16="http://schemas.microsoft.com/office/drawing/2014/main" id="{1147DDDD-B925-4733-A6ED-C243FBBC9CD8}"/>
              </a:ext>
            </a:extLst>
          </p:cNvPr>
          <p:cNvSpPr>
            <a:spLocks noGrp="1"/>
          </p:cNvSpPr>
          <p:nvPr/>
        </p:nvSpPr>
        <p:spPr>
          <a:xfrm>
            <a:off x="7086600" y="4876800"/>
            <a:ext cx="600075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a:ext uri="{FF2B5EF4-FFF2-40B4-BE49-F238E27FC236}">
                <a16:creationId xmlns:a16="http://schemas.microsoft.com/office/drawing/2014/main" id="{807D1509-3D4B-4D57-B4F8-A88A7F0DD75B}"/>
              </a:ext>
            </a:extLst>
          </p:cNvPr>
          <p:cNvSpPr>
            <a:spLocks noGrp="1"/>
          </p:cNvSpPr>
          <p:nvPr/>
        </p:nvSpPr>
        <p:spPr>
          <a:xfrm>
            <a:off x="7086600" y="5295900"/>
            <a:ext cx="6000750" cy="5905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a:ext uri="{FF2B5EF4-FFF2-40B4-BE49-F238E27FC236}">
                <a16:creationId xmlns:a16="http://schemas.microsoft.com/office/drawing/2014/main" id="{4E2ED71F-624B-49A7-ADDC-785E8AF2D90F}"/>
              </a:ext>
            </a:extLst>
          </p:cNvPr>
          <p:cNvSpPr>
            <a:spLocks noGrp="1"/>
          </p:cNvSpPr>
          <p:nvPr/>
        </p:nvSpPr>
        <p:spPr>
          <a:xfrm>
            <a:off x="7086600" y="6076950"/>
            <a:ext cx="6000750" cy="36195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2552191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35">
            <a:extLst>
              <a:ext uri="{FF2B5EF4-FFF2-40B4-BE49-F238E27FC236}">
                <a16:creationId xmlns:a16="http://schemas.microsoft.com/office/drawing/2014/main" id="{E84C9089-3F66-4E39-8137-D80E1DD92898}"/>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a:ext uri="{FF2B5EF4-FFF2-40B4-BE49-F238E27FC236}">
                <a16:creationId xmlns:a16="http://schemas.microsoft.com/office/drawing/2014/main" id="{63F9CC92-DD4F-4BD4-846E-971D97FCE48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a:ext uri="{FF2B5EF4-FFF2-40B4-BE49-F238E27FC236}">
                <a16:creationId xmlns:a16="http://schemas.microsoft.com/office/drawing/2014/main" id="{4DBC51E8-0ECF-443E-8B29-217633A6B6A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a:ext uri="{FF2B5EF4-FFF2-40B4-BE49-F238E27FC236}">
                <a16:creationId xmlns:a16="http://schemas.microsoft.com/office/drawing/2014/main" id="{E22E5AD3-AAD5-45A1-9BFE-B4890C285632}"/>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a:ext uri="{FF2B5EF4-FFF2-40B4-BE49-F238E27FC236}">
                <a16:creationId xmlns:a16="http://schemas.microsoft.com/office/drawing/2014/main" id="{F5BD1123-07BE-4367-A0D2-1965A814104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0">
            <a:extLst>
              <a:ext uri="{FF2B5EF4-FFF2-40B4-BE49-F238E27FC236}">
                <a16:creationId xmlns:a16="http://schemas.microsoft.com/office/drawing/2014/main" id="{19DCD057-D07D-4D61-9042-3C03142647B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a:ext uri="{FF2B5EF4-FFF2-40B4-BE49-F238E27FC236}">
                <a16:creationId xmlns:a16="http://schemas.microsoft.com/office/drawing/2014/main" id="{666A1AF4-208B-41CA-9FE8-ADC6B3E73452}"/>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EC25E36F-CC43-4322-A75D-4E7118C2ECF6}"/>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173BCB43-5553-48BE-8427-7414094A3241}"/>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2">
            <a:extLst>
              <a:ext uri="{FF2B5EF4-FFF2-40B4-BE49-F238E27FC236}">
                <a16:creationId xmlns:a16="http://schemas.microsoft.com/office/drawing/2014/main" id="{D89091D9-E034-46CF-B015-07D7A7B2C8A2}"/>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a:ext uri="{FF2B5EF4-FFF2-40B4-BE49-F238E27FC236}">
                <a16:creationId xmlns:a16="http://schemas.microsoft.com/office/drawing/2014/main" id="{CD6000A0-987C-4174-88E6-E9E1C5B0E1EA}"/>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350779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794443DB-FC79-48C0-BE70-C8590E6C80F6}"/>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7987B683-ED0A-4C75-8F4E-69F290420F52}"/>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F2BFFA5D-3E53-4E3C-B659-7DDFF013938C}"/>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06261EAC-CC34-4BC8-8D3F-43767D6E791B}"/>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B356EB3F-20E0-45EC-A0E3-A5B4B556A56C}"/>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40928708-85A2-4028-B150-F3D0F26F7395}"/>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750ECCF3-9DDE-47EC-8542-B1592C828EF1}"/>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AF9EFA88-00D8-4087-A8DB-852680AABD39}"/>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A6E93B08-1A79-4DE0-A389-CBC8C0557E9B}"/>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4">
            <a:extLst>
              <a:ext uri="{FF2B5EF4-FFF2-40B4-BE49-F238E27FC236}">
                <a16:creationId xmlns:a16="http://schemas.microsoft.com/office/drawing/2014/main" id="{542400D9-BCC8-4AFF-A6AB-EC808C8E252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a:ext uri="{FF2B5EF4-FFF2-40B4-BE49-F238E27FC236}">
                <a16:creationId xmlns:a16="http://schemas.microsoft.com/office/drawing/2014/main" id="{2A30D761-9CD5-4301-98DE-10C2B0C476E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a:ext uri="{FF2B5EF4-FFF2-40B4-BE49-F238E27FC236}">
                <a16:creationId xmlns:a16="http://schemas.microsoft.com/office/drawing/2014/main" id="{5592AB7C-A11D-4D73-9DCB-129E9A54B04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a:ext uri="{FF2B5EF4-FFF2-40B4-BE49-F238E27FC236}">
                <a16:creationId xmlns:a16="http://schemas.microsoft.com/office/drawing/2014/main" id="{BBA0DD9A-7729-42B5-8B31-116940009C2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a:ext uri="{FF2B5EF4-FFF2-40B4-BE49-F238E27FC236}">
                <a16:creationId xmlns:a16="http://schemas.microsoft.com/office/drawing/2014/main" id="{D159B958-B93C-48F5-BB9A-7078B0A4946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49">
            <a:extLst>
              <a:ext uri="{FF2B5EF4-FFF2-40B4-BE49-F238E27FC236}">
                <a16:creationId xmlns:a16="http://schemas.microsoft.com/office/drawing/2014/main" id="{735136E7-2BF7-4BC3-BE46-0FF6FC7D9476}"/>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a:ext uri="{FF2B5EF4-FFF2-40B4-BE49-F238E27FC236}">
                <a16:creationId xmlns:a16="http://schemas.microsoft.com/office/drawing/2014/main" id="{A3FBC1EF-C55E-470C-884D-843C00518DA0}"/>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a:ext uri="{FF2B5EF4-FFF2-40B4-BE49-F238E27FC236}">
                <a16:creationId xmlns:a16="http://schemas.microsoft.com/office/drawing/2014/main" id="{FB46BFCC-D8E4-4314-B09F-9A6C422A9DD3}"/>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a:ext uri="{FF2B5EF4-FFF2-40B4-BE49-F238E27FC236}">
                <a16:creationId xmlns:a16="http://schemas.microsoft.com/office/drawing/2014/main" id="{C480241A-4BC7-40BC-BD06-C4F06E0306AE}"/>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a:ext uri="{FF2B5EF4-FFF2-40B4-BE49-F238E27FC236}">
                <a16:creationId xmlns:a16="http://schemas.microsoft.com/office/drawing/2014/main" id="{5E2869BB-CE7A-4980-A8F4-24724AC552B8}"/>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a:ext uri="{FF2B5EF4-FFF2-40B4-BE49-F238E27FC236}">
                <a16:creationId xmlns:a16="http://schemas.microsoft.com/office/drawing/2014/main" id="{917D78EF-0F87-4D41-AD3C-97AE9E67A863}"/>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a:ext uri="{FF2B5EF4-FFF2-40B4-BE49-F238E27FC236}">
                <a16:creationId xmlns:a16="http://schemas.microsoft.com/office/drawing/2014/main" id="{B3540CDC-8CFD-4C33-8188-EF1452437710}"/>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a:ext uri="{FF2B5EF4-FFF2-40B4-BE49-F238E27FC236}">
                <a16:creationId xmlns:a16="http://schemas.microsoft.com/office/drawing/2014/main" id="{C16F4B94-6735-40EF-ABB6-999F30E90455}"/>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a:ext uri="{FF2B5EF4-FFF2-40B4-BE49-F238E27FC236}">
                <a16:creationId xmlns:a16="http://schemas.microsoft.com/office/drawing/2014/main" id="{BDD026E1-5327-4F34-8990-354AD061A966}"/>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a:ext uri="{FF2B5EF4-FFF2-40B4-BE49-F238E27FC236}">
                <a16:creationId xmlns:a16="http://schemas.microsoft.com/office/drawing/2014/main" id="{B0B083FC-6596-4729-B482-080AAE3B1CB9}"/>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a:ext uri="{FF2B5EF4-FFF2-40B4-BE49-F238E27FC236}">
                <a16:creationId xmlns:a16="http://schemas.microsoft.com/office/drawing/2014/main" id="{20CCC935-87B5-4AD6-B8A3-E080DA27D015}"/>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C6D723C7-6424-4493-9395-472705CDBDCE}"/>
              </a:ext>
            </a:extLst>
          </p:cNvPr>
          <p:cNvGraphicFramePr/>
          <p:nvPr/>
        </p:nvGraphicFramePr>
        <p:xfrm>
          <a:off x="628650" y="4886325"/>
          <a:ext cx="12458700" cy="1571625"/>
        </p:xfrm>
        <a:graphic>
          <a:graphicData uri="http://schemas.openxmlformats.org/drawingml/2006/table">
            <a:tbl>
              <a:tblPr/>
              <a:tblGrid>
                <a:gridCol w="48387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5545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530AE1B0-3E3D-4E1D-9B56-817F5257A9ED}"/>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0">
            <a:extLst>
              <a:ext uri="{FF2B5EF4-FFF2-40B4-BE49-F238E27FC236}">
                <a16:creationId xmlns:a16="http://schemas.microsoft.com/office/drawing/2014/main" id="{3F2FBDB9-64A1-4DF2-8DB6-A4356112C977}"/>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a:ext uri="{FF2B5EF4-FFF2-40B4-BE49-F238E27FC236}">
                <a16:creationId xmlns:a16="http://schemas.microsoft.com/office/drawing/2014/main" id="{1E803A09-4540-43B8-911B-24FBBF13153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a:ext uri="{FF2B5EF4-FFF2-40B4-BE49-F238E27FC236}">
                <a16:creationId xmlns:a16="http://schemas.microsoft.com/office/drawing/2014/main" id="{137E0FBB-9555-47A5-94A7-86D7F510F6B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a:ext uri="{FF2B5EF4-FFF2-40B4-BE49-F238E27FC236}">
                <a16:creationId xmlns:a16="http://schemas.microsoft.com/office/drawing/2014/main" id="{19CB6D8B-D911-4B10-8251-37F3EFBDB826}"/>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a:ext uri="{FF2B5EF4-FFF2-40B4-BE49-F238E27FC236}">
                <a16:creationId xmlns:a16="http://schemas.microsoft.com/office/drawing/2014/main" id="{EAC7430D-DCA1-469D-A702-51DE6839B2E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65">
            <a:extLst>
              <a:ext uri="{FF2B5EF4-FFF2-40B4-BE49-F238E27FC236}">
                <a16:creationId xmlns:a16="http://schemas.microsoft.com/office/drawing/2014/main" id="{BEFCDEBE-3CF1-4F7F-A64E-395293D35C7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a:ext uri="{FF2B5EF4-FFF2-40B4-BE49-F238E27FC236}">
                <a16:creationId xmlns:a16="http://schemas.microsoft.com/office/drawing/2014/main" id="{17F7BA47-1B97-4818-A1A9-329B29A2BA42}"/>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a:ext uri="{FF2B5EF4-FFF2-40B4-BE49-F238E27FC236}">
                <a16:creationId xmlns:a16="http://schemas.microsoft.com/office/drawing/2014/main" id="{0AFCD9E1-60BF-4D26-BC1C-3398664DA11D}"/>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a:ext uri="{FF2B5EF4-FFF2-40B4-BE49-F238E27FC236}">
                <a16:creationId xmlns:a16="http://schemas.microsoft.com/office/drawing/2014/main" id="{02CA5854-E3E9-4CFC-AAC5-E467DF678DA7}"/>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a:ext uri="{FF2B5EF4-FFF2-40B4-BE49-F238E27FC236}">
                <a16:creationId xmlns:a16="http://schemas.microsoft.com/office/drawing/2014/main" id="{DEE7670C-CEB7-4F05-96A1-2D7D157BA317}"/>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a:ext uri="{FF2B5EF4-FFF2-40B4-BE49-F238E27FC236}">
                <a16:creationId xmlns:a16="http://schemas.microsoft.com/office/drawing/2014/main" id="{0EBCB81C-C15F-4961-9219-9E894223419C}"/>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a:ext uri="{FF2B5EF4-FFF2-40B4-BE49-F238E27FC236}">
                <a16:creationId xmlns:a16="http://schemas.microsoft.com/office/drawing/2014/main" id="{0671396D-FAC9-4B21-90CF-2AB745BFA622}"/>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a:ext uri="{FF2B5EF4-FFF2-40B4-BE49-F238E27FC236}">
                <a16:creationId xmlns:a16="http://schemas.microsoft.com/office/drawing/2014/main" id="{4D80BABA-AD7A-48A1-A0A6-2BA995C17BD8}"/>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a:ext uri="{FF2B5EF4-FFF2-40B4-BE49-F238E27FC236}">
                <a16:creationId xmlns:a16="http://schemas.microsoft.com/office/drawing/2014/main" id="{17B8BFFF-0632-45A3-B30D-AF1DE0CE5D06}"/>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A3D6781B-C215-4B33-8CC7-BCFFB8CC83B7}"/>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4">
            <a:extLst>
              <a:ext uri="{FF2B5EF4-FFF2-40B4-BE49-F238E27FC236}">
                <a16:creationId xmlns:a16="http://schemas.microsoft.com/office/drawing/2014/main" id="{1C49C42E-FBB2-4D06-B05A-037DBF03F5CD}"/>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a:ext uri="{FF2B5EF4-FFF2-40B4-BE49-F238E27FC236}">
                <a16:creationId xmlns:a16="http://schemas.microsoft.com/office/drawing/2014/main" id="{2ED65A11-1716-4E3F-8275-ADB3778A180E}"/>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3347802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7F4212A6-9456-41AA-ABB1-70FED2A69AAA}"/>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648B3548-A389-48CE-BA4A-1D13B38C23F6}"/>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76">
            <a:extLst>
              <a:ext uri="{FF2B5EF4-FFF2-40B4-BE49-F238E27FC236}">
                <a16:creationId xmlns:a16="http://schemas.microsoft.com/office/drawing/2014/main" id="{84E949A7-E14F-43DC-904C-7ECC356767B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a:ext uri="{FF2B5EF4-FFF2-40B4-BE49-F238E27FC236}">
                <a16:creationId xmlns:a16="http://schemas.microsoft.com/office/drawing/2014/main" id="{BDBF4AB3-8E21-4A32-8A65-2C5C851BCA1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a:ext uri="{FF2B5EF4-FFF2-40B4-BE49-F238E27FC236}">
                <a16:creationId xmlns:a16="http://schemas.microsoft.com/office/drawing/2014/main" id="{5EF2C427-E1FF-44FB-841B-15A80E1172D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a:ext uri="{FF2B5EF4-FFF2-40B4-BE49-F238E27FC236}">
                <a16:creationId xmlns:a16="http://schemas.microsoft.com/office/drawing/2014/main" id="{F2686CE6-9FE1-4933-857F-10063121CD2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a:ext uri="{FF2B5EF4-FFF2-40B4-BE49-F238E27FC236}">
                <a16:creationId xmlns:a16="http://schemas.microsoft.com/office/drawing/2014/main" id="{8710BA92-1BD2-496A-8050-7A9A1B2EECB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1">
            <a:extLst>
              <a:ext uri="{FF2B5EF4-FFF2-40B4-BE49-F238E27FC236}">
                <a16:creationId xmlns:a16="http://schemas.microsoft.com/office/drawing/2014/main" id="{E1BE73D6-21B4-4439-B93F-96E32C346EF1}"/>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a:ext uri="{FF2B5EF4-FFF2-40B4-BE49-F238E27FC236}">
                <a16:creationId xmlns:a16="http://schemas.microsoft.com/office/drawing/2014/main" id="{0A9EE7E3-8FE2-48BF-BE0E-E1BC2B83A384}"/>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a:ext uri="{FF2B5EF4-FFF2-40B4-BE49-F238E27FC236}">
                <a16:creationId xmlns:a16="http://schemas.microsoft.com/office/drawing/2014/main" id="{4FA3CC1F-81A4-4797-B859-74296FAAB527}"/>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a:ext uri="{FF2B5EF4-FFF2-40B4-BE49-F238E27FC236}">
                <a16:creationId xmlns:a16="http://schemas.microsoft.com/office/drawing/2014/main" id="{9BBC87E8-F8B0-4C2F-955D-EF8AFDF43140}"/>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CFEA2498-0B43-4405-8787-590A13C9205A}"/>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85">
            <a:extLst>
              <a:ext uri="{FF2B5EF4-FFF2-40B4-BE49-F238E27FC236}">
                <a16:creationId xmlns:a16="http://schemas.microsoft.com/office/drawing/2014/main" id="{C92DA012-5301-428E-BB8E-4A6FB7A59D60}"/>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a:ext uri="{FF2B5EF4-FFF2-40B4-BE49-F238E27FC236}">
                <a16:creationId xmlns:a16="http://schemas.microsoft.com/office/drawing/2014/main" id="{F10C542B-FB66-4836-B78E-C1FF89C0B213}"/>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303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87">
            <a:extLst>
              <a:ext uri="{FF2B5EF4-FFF2-40B4-BE49-F238E27FC236}">
                <a16:creationId xmlns:a16="http://schemas.microsoft.com/office/drawing/2014/main" id="{BE9CF121-82A8-466A-8F43-FF2C86D6B9CE}"/>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a:ext uri="{FF2B5EF4-FFF2-40B4-BE49-F238E27FC236}">
                <a16:creationId xmlns:a16="http://schemas.microsoft.com/office/drawing/2014/main" id="{8090730E-2542-49C6-9594-FF66F257B66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a:ext uri="{FF2B5EF4-FFF2-40B4-BE49-F238E27FC236}">
                <a16:creationId xmlns:a16="http://schemas.microsoft.com/office/drawing/2014/main" id="{85CDA9CC-8EBD-4061-B4DE-1787EEFD08E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a:ext uri="{FF2B5EF4-FFF2-40B4-BE49-F238E27FC236}">
                <a16:creationId xmlns:a16="http://schemas.microsoft.com/office/drawing/2014/main" id="{4C63FC95-13EA-48BE-8408-CB82DA48AED6}"/>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a:ext uri="{FF2B5EF4-FFF2-40B4-BE49-F238E27FC236}">
                <a16:creationId xmlns:a16="http://schemas.microsoft.com/office/drawing/2014/main" id="{448C927C-3FF0-4D94-B957-054703526D87}"/>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451E90BF-E420-4A54-816C-D4C7F1DB6671}"/>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142849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5928</Words>
  <Application>Microsoft Office PowerPoint</Application>
  <PresentationFormat>사용자 지정</PresentationFormat>
  <Paragraphs>949</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2026-10-26T04:38:28Z</dcterms:modified>
  <cp:version/>
</cp:coreProperties>
</file>