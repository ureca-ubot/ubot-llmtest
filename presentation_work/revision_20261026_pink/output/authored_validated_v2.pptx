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fdaf96493143c2" /><Relationship Type="http://schemas.openxmlformats.org/officeDocument/2006/relationships/extended-properties" Target="/docProps/app.xml" Id="R2df21c654a404e12" /><Relationship Type="http://schemas.openxmlformats.org/officeDocument/2006/relationships/officeDocument" Target="/ppt/presentation.xml" Id="R77b0d4ef617b4a27" /></Relationships>
</file>

<file path=ppt/presentation.xml><?xml version="1.0" encoding="utf-8"?>
<p:presentation xmlns:p="http://schemas.openxmlformats.org/presentationml/2006/main">
  <p:sldMasterIdLst>
    <p:sldMasterId xmlns:r="http://schemas.openxmlformats.org/officeDocument/2006/relationships" id="2147483648" r:id="Rb440223c3bc74e9a"/>
  </p:sldMasterIdLst>
  <p:notesMasterIdLst>
    <p:notesMasterId xmlns:r="http://schemas.openxmlformats.org/officeDocument/2006/relationships" r:id="Rb27fb31aff014d94"/>
  </p:notesMasterIdLst>
  <p:sldIdLst>
    <p:sldId xmlns:r="http://schemas.openxmlformats.org/officeDocument/2006/relationships" id="256" r:id="Rceb6c407c78e45d1"/>
    <p:sldId xmlns:r="http://schemas.openxmlformats.org/officeDocument/2006/relationships" id="257" r:id="R73f5375e58134490"/>
    <p:sldId xmlns:r="http://schemas.openxmlformats.org/officeDocument/2006/relationships" id="258" r:id="R1b512a9dd6bc4269"/>
    <p:sldId xmlns:r="http://schemas.openxmlformats.org/officeDocument/2006/relationships" id="259" r:id="R11188ee7358b468b"/>
    <p:sldId xmlns:r="http://schemas.openxmlformats.org/officeDocument/2006/relationships" id="260" r:id="Ra8991f4be6544d09"/>
    <p:sldId xmlns:r="http://schemas.openxmlformats.org/officeDocument/2006/relationships" id="261" r:id="R8813f21d10324765"/>
    <p:sldId xmlns:r="http://schemas.openxmlformats.org/officeDocument/2006/relationships" id="262" r:id="Rfc87c950acc744ee"/>
    <p:sldId xmlns:r="http://schemas.openxmlformats.org/officeDocument/2006/relationships" id="263" r:id="R49e0b71ad19e430c"/>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f7c36f02bc441a" /><Relationship Type="http://schemas.openxmlformats.org/officeDocument/2006/relationships/slideMaster" Target="/ppt/slideMasters/slideMaster1.xml" Id="Rb440223c3bc74e9a" /><Relationship Type="http://schemas.openxmlformats.org/officeDocument/2006/relationships/notesMaster" Target="/ppt/notesMasters/notesMaster1.xml" Id="Rb27fb31aff014d94" /><Relationship Type="http://schemas.openxmlformats.org/officeDocument/2006/relationships/presProps" Target="/ppt/presProps.xml" Id="R7446a14708f449eb" /><Relationship Type="http://schemas.openxmlformats.org/officeDocument/2006/relationships/viewProps" Target="/ppt/viewProps.xml" Id="Rf02bfdfe25f244d9" /><Relationship Type="http://schemas.openxmlformats.org/officeDocument/2006/relationships/tableStyles" Target="/ppt/tableStyles.xml" Id="R861c65c1372a4c92" /><Relationship Type="http://schemas.openxmlformats.org/officeDocument/2006/relationships/slide" Target="/ppt/slides/slide1.xml" Id="Rceb6c407c78e45d1" /><Relationship Type="http://schemas.openxmlformats.org/officeDocument/2006/relationships/slide" Target="/ppt/slides/slide2.xml" Id="R73f5375e58134490" /><Relationship Type="http://schemas.openxmlformats.org/officeDocument/2006/relationships/slide" Target="/ppt/slides/slide3.xml" Id="R1b512a9dd6bc4269" /><Relationship Type="http://schemas.openxmlformats.org/officeDocument/2006/relationships/slide" Target="/ppt/slides/slide4.xml" Id="R11188ee7358b468b" /><Relationship Type="http://schemas.openxmlformats.org/officeDocument/2006/relationships/slide" Target="/ppt/slides/slide5.xml" Id="Ra8991f4be6544d09" /><Relationship Type="http://schemas.openxmlformats.org/officeDocument/2006/relationships/slide" Target="/ppt/slides/slide6.xml" Id="R8813f21d10324765" /><Relationship Type="http://schemas.openxmlformats.org/officeDocument/2006/relationships/slide" Target="/ppt/slides/slide7.xml" Id="Rfc87c950acc744ee" /><Relationship Type="http://schemas.openxmlformats.org/officeDocument/2006/relationships/slide" Target="/ppt/slides/slide8.xml" Id="R49e0b71ad19e43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86f8ffa4c240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ccfba8a1514687" /><Relationship Type="http://schemas.openxmlformats.org/officeDocument/2006/relationships/notesMaster" Target="/ppt/notesMasters/notesMaster1.xml" Id="R56445bda49e449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550542cdac4516" /><Relationship Type="http://schemas.openxmlformats.org/officeDocument/2006/relationships/notesMaster" Target="/ppt/notesMasters/notesMaster1.xml" Id="Rdaff47eba3854c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f218c7aa0842d9" /><Relationship Type="http://schemas.openxmlformats.org/officeDocument/2006/relationships/notesMaster" Target="/ppt/notesMasters/notesMaster1.xml" Id="R80d2712ef2244c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706ae89d10438b" /><Relationship Type="http://schemas.openxmlformats.org/officeDocument/2006/relationships/notesMaster" Target="/ppt/notesMasters/notesMaster1.xml" Id="R8098ddb789fa4f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5f95cf6dae43f1" /><Relationship Type="http://schemas.openxmlformats.org/officeDocument/2006/relationships/notesMaster" Target="/ppt/notesMasters/notesMaster1.xml" Id="Ra2db5ebb199648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756804acfe453f" /><Relationship Type="http://schemas.openxmlformats.org/officeDocument/2006/relationships/notesMaster" Target="/ppt/notesMasters/notesMaster1.xml" Id="R0a7beae6e7cc4b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a793e9d64042da" /><Relationship Type="http://schemas.openxmlformats.org/officeDocument/2006/relationships/notesMaster" Target="/ppt/notesMasters/notesMaster1.xml" Id="R9b87a215dfdb46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4dc0f210b74740" /><Relationship Type="http://schemas.openxmlformats.org/officeDocument/2006/relationships/notesMaster" Target="/ppt/notesMasters/notesMaster1.xml" Id="Rbca19cb8ade34e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C:/Ureka/ureca_project2/LLM_Test/presentation_work/revision_20261026_pink/selection_metrics.json</a:t>
            </a:r>
          </a:p>
          <a:p xmlns:a="http://schemas.openxmlformats.org/drawingml/2006/main">
            <a:r>
              <a:t>C:/Ureka/ureca_project2/LLM_Test/presentation_work/revision_20261026_pink/derive_selection_metrics.py</a:t>
            </a:r>
          </a:p>
          <a:p xmlns:a="http://schemas.openxmlformats.org/drawingml/2006/main">
            <a:r>
              <a:t>C:/Ureka/ureca_project2/LLM_Test/presentation_work/evidence_20261026/gemma_v3_v4_and_status.json</a:t>
            </a:r>
          </a:p>
          <a:p xmlns:a="http://schemas.openxmlformats.org/drawingml/2006/main">
            <a:r>
              <a:t/>
            </a:r>
          </a:p>
          <a:p xmlns:a="http://schemas.openxmlformats.org/drawingml/2006/main">
            <a:r>
              <a:t>Gemma의버전간비교해석</a:t>
            </a:r>
          </a:p>
          <a:p xmlns:a="http://schemas.openxmlformats.org/drawingml/2006/main">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C:/Ureka/ureca_project2/LLM_Test/presentation_work/revision_20261026_pink/model_comparison_metrics.json</a:t>
            </a:r>
          </a:p>
          <a:p xmlns:a="http://schemas.openxmlformats.org/drawingml/2006/main">
            <a:r>
              <a:t>C:/Ureka/ureca_project2/LLM_Test/presentation_work/revision_20261026_pink/derive_model_comparison.py</a:t>
            </a:r>
          </a:p>
          <a:p xmlns:a="http://schemas.openxmlformats.org/drawingml/2006/main">
            <a:r>
              <a:t>C:/Ureka/ureca_project2/LLM_Test/scripts/docgen/judge_report.js</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a:p xmlns:a="http://schemas.openxmlformats.org/drawingml/2006/main">
            <a:r>
              <a:t/>
            </a:r>
          </a:p>
          <a:p xmlns:a="http://schemas.openxmlformats.org/drawingml/2006/main">
            <a:r>
              <a:t>최신 정의</a:t>
            </a:r>
          </a:p>
          <a:p xmlns:a="http://schemas.openxmlformats.org/drawingml/2006/main">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C:/Ureka/ureca_project2/LLM_Test/presentation_work/revision_20261026_pink/feedback_metrics.json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C:/Ureka/ureca_project2/LLM_Test/presentation_work/revision_20261026_pink/slide_metrics.json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C:/Ureka/ureca_project2/LLM_Test/presentation_work/revision_20261026_pink/derive_slide_metrics.py</a:t>
            </a:r>
          </a:p>
          <a:p xmlns:a="http://schemas.openxmlformats.org/drawingml/2006/main">
            <a:r>
              <a:t>C:/Ureka/ureca_project2/LLM_Test/presentation_work/revision_20261026_pink/slide_metrics.json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6012af510842e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4126817c514fec" /><Relationship Type="http://schemas.openxmlformats.org/officeDocument/2006/relationships/slideLayout" Target="/ppt/slideLayouts/slideLayout1.xml" Id="R5d033bbb36904b6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033bbb36904b6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4f761c1c8747ef" /><Relationship Type="http://schemas.openxmlformats.org/officeDocument/2006/relationships/chart" Target="/ppt/slides/charts/chart1.xml" Id="Refa9e1d4571b4b52" /><Relationship Type="http://schemas.openxmlformats.org/officeDocument/2006/relationships/notesSlide" Target="/ppt/notesSlides/notesSlide1.xml" Id="R810f1f6321f44a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1651144fa445e3" /><Relationship Type="http://schemas.openxmlformats.org/officeDocument/2006/relationships/notesSlide" Target="/ppt/notesSlides/notesSlide2.xml" Id="Refe9ea2f8a084a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9bab8dbddb4ae4" /><Relationship Type="http://schemas.openxmlformats.org/officeDocument/2006/relationships/notesSlide" Target="/ppt/notesSlides/notesSlide3.xml" Id="Rda2f3abbe7d8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4910e62cec4890" /><Relationship Type="http://schemas.openxmlformats.org/officeDocument/2006/relationships/chart" Target="/ppt/slides/charts/chart2.xml" Id="R97eacbd8d1104ec5" /><Relationship Type="http://schemas.openxmlformats.org/officeDocument/2006/relationships/notesSlide" Target="/ppt/notesSlides/notesSlide4.xml" Id="R9c447e91341d4a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d54e2b40b14899" /><Relationship Type="http://schemas.openxmlformats.org/officeDocument/2006/relationships/notesSlide" Target="/ppt/notesSlides/notesSlide5.xml" Id="R4aabc67f38c443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081951703647ea" /><Relationship Type="http://schemas.openxmlformats.org/officeDocument/2006/relationships/notesSlide" Target="/ppt/notesSlides/notesSlide6.xml" Id="Ref1ff253b52649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3dd9ccf0084170" /><Relationship Type="http://schemas.openxmlformats.org/officeDocument/2006/relationships/notesSlide" Target="/ppt/notesSlides/notesSlide7.xml" Id="Ra687f3e6f01e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24ce44630e46fb" /><Relationship Type="http://schemas.openxmlformats.org/officeDocument/2006/relationships/notesSlide" Target="/ppt/notesSlides/notesSlide8.xml" Id="R764af36cbfef46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 프롬프트</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own-text-1">
            <a:extLst xmlns:a="http://schemas.openxmlformats.org/drawingml/2006/main">
              <a:ext uri="{FF2B5EF4-FFF2-40B4-BE49-F238E27FC236}">
                <a16:creationId xmlns:a16="http://schemas.microsoft.com/office/drawing/2014/main" id="{DB3822FF-C1E3-4B4E-8A56-C862A11438DF}"/>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1F6915BD-10E4-4C32-877E-506B8DD4A7F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xmlns:a="http://schemas.openxmlformats.org/drawingml/2006/main">
              <a:ext uri="{FF2B5EF4-FFF2-40B4-BE49-F238E27FC236}">
                <a16:creationId xmlns:a16="http://schemas.microsoft.com/office/drawing/2014/main" id="{97E6F84E-80A8-41FA-BA84-74351769393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xmlns:a="http://schemas.openxmlformats.org/drawingml/2006/main">
              <a:ext uri="{FF2B5EF4-FFF2-40B4-BE49-F238E27FC236}">
                <a16:creationId xmlns:a16="http://schemas.microsoft.com/office/drawing/2014/main" id="{4A434F07-8613-4EFC-82EF-2491CDA33C1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E9B1C137-AAFE-487A-B456-9E46AD0F9635}"/>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4E6B8F36-0E57-49A0-9385-8B2425C835CC}"/>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74FF68C0-AA94-4D96-9AFE-C450136C4C43}"/>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028825"/>
                <a:gridCol w="952500"/>
                <a:gridCol w="952500"/>
                <a:gridCol w="952500"/>
                <a:gridCol w="2352675"/>
              </a:tblGrid>
              <a:tr h="323850">
                <a:tc>
                  <a:txBody>
                    <a:bodyPr>
                      <a:noAutofit/>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P95(초)</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1.43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2.78</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2.92</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5.65</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4.53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8.11</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1차 MVP 선정</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5.04</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47.62</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18.33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품질·지연 검토</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28.49</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bl>
          </a:graphicData>
        </a:graphic>
      </p:graphicFrame>
      <p:sp>
        <p:nvSpPr>
          <p:cNvPr id="8" name="own-text-7">
            <a:extLst xmlns:a="http://schemas.openxmlformats.org/drawingml/2006/main">
              <a:ext uri="{FF2B5EF4-FFF2-40B4-BE49-F238E27FC236}">
                <a16:creationId xmlns:a16="http://schemas.microsoft.com/office/drawing/2014/main" id="{F3D68A16-7DC0-4FEA-861C-FAC14CFB3ABB}"/>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5D94C49D-9C7F-4BB8-991F-FD1AB399188F}"/>
              </a:ext>
            </a:extLst>
          </p:cNvPr>
          <p:cNvSpPr>
            <a:spLocks xmlns:a="http://schemas.openxmlformats.org/drawingml/2006/main" noGrp="1"/>
          </p:cNvSpPr>
          <p:nvPr/>
        </p:nvSpPr>
        <p:spPr>
          <a:xfrm xmlns:a="http://schemas.openxmlformats.org/drawingml/2006/main">
            <a:off x="8248650" y="207645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xmlns:a="http://schemas.openxmlformats.org/drawingml/2006/main">
              <a:ext uri="{FF2B5EF4-FFF2-40B4-BE49-F238E27FC236}">
                <a16:creationId xmlns:a16="http://schemas.microsoft.com/office/drawing/2014/main" id="{0117E184-AAF1-46D3-BBA5-80D5387A4997}"/>
              </a:ext>
            </a:extLst>
          </p:cNvPr>
          <p:cNvGraphicFramePr/>
          <p:nvPr/>
        </p:nvGraphicFramePr>
        <p:xfrm>
          <a:off xmlns:a="http://schemas.openxmlformats.org/drawingml/2006/main" x="8248650" y="2771775"/>
          <a:ext xmlns:a="http://schemas.openxmlformats.org/drawingml/2006/main" cx="4857750" cy="2457450"/>
        </p:xfrm>
        <a:graphic xmlns:a="http://schemas.openxmlformats.org/drawingml/2006/main">
          <a:graphicData uri="http://schemas.openxmlformats.org/drawingml/2006/chart">
            <c:chart xmlns:r="http://schemas.openxmlformats.org/officeDocument/2006/relationships" xmlns:c="http://schemas.openxmlformats.org/drawingml/2006/chart" r:id="Refa9e1d4571b4b52"/>
          </a:graphicData>
        </a:graphic>
      </p:graphicFrame>
      <p:sp>
        <p:nvSpPr>
          <p:cNvPr id="11" name="own-text-9">
            <a:extLst xmlns:a="http://schemas.openxmlformats.org/drawingml/2006/main">
              <a:ext uri="{FF2B5EF4-FFF2-40B4-BE49-F238E27FC236}">
                <a16:creationId xmlns:a16="http://schemas.microsoft.com/office/drawing/2014/main" id="{30E4C914-3AC4-4DB6-B2D5-23D924115445}"/>
              </a:ext>
            </a:extLst>
          </p:cNvPr>
          <p:cNvSpPr>
            <a:spLocks xmlns:a="http://schemas.openxmlformats.org/drawingml/2006/main" noGrp="1"/>
          </p:cNvSpPr>
          <p:nvPr/>
        </p:nvSpPr>
        <p:spPr>
          <a:xfrm xmlns:a="http://schemas.openxmlformats.org/drawingml/2006/main">
            <a:off x="8248650" y="539115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xmlns:a="http://schemas.openxmlformats.org/drawingml/2006/main">
              <a:ext uri="{FF2B5EF4-FFF2-40B4-BE49-F238E27FC236}">
                <a16:creationId xmlns:a16="http://schemas.microsoft.com/office/drawing/2014/main" id="{3A4D7884-32BA-4D1A-B6CE-6F64F3FA44A5}"/>
              </a:ext>
            </a:extLst>
          </p:cNvPr>
          <p:cNvSpPr>
            <a:spLocks xmlns:a="http://schemas.openxmlformats.org/drawingml/2006/main" noGrp="1"/>
          </p:cNvSpPr>
          <p:nvPr/>
        </p:nvSpPr>
        <p:spPr>
          <a:xfrm xmlns:a="http://schemas.openxmlformats.org/drawingml/2006/main">
            <a:off x="8248650" y="596265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1">
            <a:extLst xmlns:a="http://schemas.openxmlformats.org/drawingml/2006/main">
              <a:ext uri="{FF2B5EF4-FFF2-40B4-BE49-F238E27FC236}">
                <a16:creationId xmlns:a16="http://schemas.microsoft.com/office/drawing/2014/main" id="{E3A9B5CB-4F4C-4093-AB5D-AF9B39334BE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xmlns:a="http://schemas.openxmlformats.org/drawingml/2006/main">
              <a:ext uri="{FF2B5EF4-FFF2-40B4-BE49-F238E27FC236}">
                <a16:creationId xmlns:a16="http://schemas.microsoft.com/office/drawing/2014/main" id="{99473990-B5D5-4A65-97BB-43EED7623789}"/>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xmlns:a="http://schemas.openxmlformats.org/drawingml/2006/main">
              <a:ext uri="{FF2B5EF4-FFF2-40B4-BE49-F238E27FC236}">
                <a16:creationId xmlns:a16="http://schemas.microsoft.com/office/drawing/2014/main" id="{F39A3133-70B5-46AD-BA3D-B1C26A1A011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xmlns:a="http://schemas.openxmlformats.org/drawingml/2006/main">
              <a:ext uri="{FF2B5EF4-FFF2-40B4-BE49-F238E27FC236}">
                <a16:creationId xmlns:a16="http://schemas.microsoft.com/office/drawing/2014/main" id="{E68BBC57-D5A5-409F-92FD-A4A3F761A61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xmlns:a="http://schemas.openxmlformats.org/drawingml/2006/main">
              <a:ext uri="{FF2B5EF4-FFF2-40B4-BE49-F238E27FC236}">
                <a16:creationId xmlns:a16="http://schemas.microsoft.com/office/drawing/2014/main" id="{BBD7DCC0-D320-4F30-84A2-3ADF8CA02DE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6">
            <a:extLst xmlns:a="http://schemas.openxmlformats.org/drawingml/2006/main">
              <a:ext uri="{FF2B5EF4-FFF2-40B4-BE49-F238E27FC236}">
                <a16:creationId xmlns:a16="http://schemas.microsoft.com/office/drawing/2014/main" id="{C0F72AF1-25E5-4B91-B436-BB89980CF887}"/>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31EE4500-E799-4E84-8CA8-A12258DB69F7}"/>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7">
            <a:extLst xmlns:a="http://schemas.openxmlformats.org/drawingml/2006/main">
              <a:ext uri="{FF2B5EF4-FFF2-40B4-BE49-F238E27FC236}">
                <a16:creationId xmlns:a16="http://schemas.microsoft.com/office/drawing/2014/main" id="{54C910EF-00B2-4A05-9B71-F9681A63779F}"/>
              </a:ext>
            </a:extLst>
          </p:cNvPr>
          <p:cNvSpPr>
            <a:spLocks xmlns:a="http://schemas.openxmlformats.org/drawingml/2006/main" noGrp="1"/>
          </p:cNvSpPr>
          <p:nvPr/>
        </p:nvSpPr>
        <p:spPr>
          <a:xfrm xmlns:a="http://schemas.openxmlformats.org/drawingml/2006/main">
            <a:off x="908685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
            <a:extLst xmlns:a="http://schemas.openxmlformats.org/drawingml/2006/main">
              <a:ext uri="{FF2B5EF4-FFF2-40B4-BE49-F238E27FC236}">
                <a16:creationId xmlns:a16="http://schemas.microsoft.com/office/drawing/2014/main" id="{61082EBA-208C-4D44-8663-0F0DD8B583C8}"/>
              </a:ext>
            </a:extLst>
          </p:cNvPr>
          <p:cNvGraphicFramePr/>
          <p:nvPr/>
        </p:nvGraphicFramePr>
        <p:xfrm>
          <a:off xmlns:a="http://schemas.openxmlformats.org/drawingml/2006/main" x="9086850" y="2514600"/>
          <a:ext xmlns:a="http://schemas.openxmlformats.org/drawingml/2006/main" cx="4000500" cy="1066800"/>
        </p:xfrm>
        <a:graphic xmlns:a="http://schemas.openxmlformats.org/drawingml/2006/main">
          <a:graphicData uri="http://schemas.openxmlformats.org/drawingml/2006/table">
            <a:tbl>
              <a:tblPr/>
              <a:tblGrid>
                <a:gridCol w="1847850"/>
                <a:gridCol w="1076325"/>
                <a:gridCol w="1076325"/>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0" name="own-text-18">
            <a:extLst xmlns:a="http://schemas.openxmlformats.org/drawingml/2006/main">
              <a:ext uri="{FF2B5EF4-FFF2-40B4-BE49-F238E27FC236}">
                <a16:creationId xmlns:a16="http://schemas.microsoft.com/office/drawing/2014/main" id="{1BD4044E-68DA-4E53-A9E2-775A8EC3255C}"/>
              </a:ext>
            </a:extLst>
          </p:cNvPr>
          <p:cNvSpPr>
            <a:spLocks xmlns:a="http://schemas.openxmlformats.org/drawingml/2006/main" noGrp="1"/>
          </p:cNvSpPr>
          <p:nvPr/>
        </p:nvSpPr>
        <p:spPr>
          <a:xfrm xmlns:a="http://schemas.openxmlformats.org/drawingml/2006/main">
            <a:off x="9086850" y="380047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xmlns:a="http://schemas.openxmlformats.org/drawingml/2006/main">
              <a:ext uri="{FF2B5EF4-FFF2-40B4-BE49-F238E27FC236}">
                <a16:creationId xmlns:a16="http://schemas.microsoft.com/office/drawing/2014/main" id="{975BA8C9-8749-44CB-9A0A-CF5F76877659}"/>
              </a:ext>
            </a:extLst>
          </p:cNvPr>
          <p:cNvSpPr>
            <a:spLocks xmlns:a="http://schemas.openxmlformats.org/drawingml/2006/main" noGrp="1"/>
          </p:cNvSpPr>
          <p:nvPr/>
        </p:nvSpPr>
        <p:spPr>
          <a:xfrm xmlns:a="http://schemas.openxmlformats.org/drawingml/2006/main">
            <a:off x="9086850" y="4248150"/>
            <a:ext cx="400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xmlns:a="http://schemas.openxmlformats.org/drawingml/2006/main">
              <a:ext uri="{FF2B5EF4-FFF2-40B4-BE49-F238E27FC236}">
                <a16:creationId xmlns:a16="http://schemas.microsoft.com/office/drawing/2014/main" id="{DA85D808-992C-4DD0-9057-5C829BA1E72D}"/>
              </a:ext>
            </a:extLst>
          </p:cNvPr>
          <p:cNvSpPr>
            <a:spLocks xmlns:a="http://schemas.openxmlformats.org/drawingml/2006/main" noGrp="1"/>
          </p:cNvSpPr>
          <p:nvPr/>
        </p:nvSpPr>
        <p:spPr>
          <a:xfrm xmlns:a="http://schemas.openxmlformats.org/drawingml/2006/main">
            <a:off x="9086850" y="541972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xmlns:a="http://schemas.openxmlformats.org/drawingml/2006/main">
              <a:ext uri="{FF2B5EF4-FFF2-40B4-BE49-F238E27FC236}">
                <a16:creationId xmlns:a16="http://schemas.microsoft.com/office/drawing/2014/main" id="{BF64F4BE-1723-4E15-A285-541EAD754B34}"/>
              </a:ext>
            </a:extLst>
          </p:cNvPr>
          <p:cNvSpPr>
            <a:spLocks xmlns:a="http://schemas.openxmlformats.org/drawingml/2006/main" noGrp="1"/>
          </p:cNvSpPr>
          <p:nvPr/>
        </p:nvSpPr>
        <p:spPr>
          <a:xfrm xmlns:a="http://schemas.openxmlformats.org/drawingml/2006/main">
            <a:off x="9086850" y="58483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xmlns:a="http://schemas.openxmlformats.org/drawingml/2006/main">
              <a:ext uri="{FF2B5EF4-FFF2-40B4-BE49-F238E27FC236}">
                <a16:creationId xmlns:a16="http://schemas.microsoft.com/office/drawing/2014/main" id="{1A46C279-4F91-461D-8B24-17A1DDC3F6F6}"/>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348170044"/>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own-text-23">
            <a:extLst xmlns:a="http://schemas.openxmlformats.org/drawingml/2006/main">
              <a:ext uri="{FF2B5EF4-FFF2-40B4-BE49-F238E27FC236}">
                <a16:creationId xmlns:a16="http://schemas.microsoft.com/office/drawing/2014/main" id="{72AF99D3-A97F-4FC9-80D2-A6508594CDB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xmlns:a="http://schemas.openxmlformats.org/drawingml/2006/main">
              <a:ext uri="{FF2B5EF4-FFF2-40B4-BE49-F238E27FC236}">
                <a16:creationId xmlns:a16="http://schemas.microsoft.com/office/drawing/2014/main" id="{33C80DB8-72E6-4163-9240-C7E7D9D6CA6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xmlns:a="http://schemas.openxmlformats.org/drawingml/2006/main">
              <a:ext uri="{FF2B5EF4-FFF2-40B4-BE49-F238E27FC236}">
                <a16:creationId xmlns:a16="http://schemas.microsoft.com/office/drawing/2014/main" id="{90A938FE-08A4-47B1-B6EE-5884C157AD3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xmlns:a="http://schemas.openxmlformats.org/drawingml/2006/main">
              <a:ext uri="{FF2B5EF4-FFF2-40B4-BE49-F238E27FC236}">
                <a16:creationId xmlns:a16="http://schemas.microsoft.com/office/drawing/2014/main" id="{76BB61A9-F334-4727-812A-DC96ED39EB2E}"/>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xmlns:a="http://schemas.openxmlformats.org/drawingml/2006/main">
              <a:ext uri="{FF2B5EF4-FFF2-40B4-BE49-F238E27FC236}">
                <a16:creationId xmlns:a16="http://schemas.microsoft.com/office/drawing/2014/main" id="{36728324-9986-4FD9-BF9F-7778AFEEBDFF}"/>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28">
            <a:extLst xmlns:a="http://schemas.openxmlformats.org/drawingml/2006/main">
              <a:ext uri="{FF2B5EF4-FFF2-40B4-BE49-F238E27FC236}">
                <a16:creationId xmlns:a16="http://schemas.microsoft.com/office/drawing/2014/main" id="{4972AA7C-1C45-456A-AE73-9502226AFFA6}"/>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
            <a:extLst xmlns:a="http://schemas.openxmlformats.org/drawingml/2006/main">
              <a:ext uri="{FF2B5EF4-FFF2-40B4-BE49-F238E27FC236}">
                <a16:creationId xmlns:a16="http://schemas.microsoft.com/office/drawing/2014/main" id="{D2843786-0DE7-4D98-BC75-14B9E75FCA3A}"/>
              </a:ext>
            </a:extLst>
          </p:cNvPr>
          <p:cNvGraphicFramePr/>
          <p:nvPr/>
        </p:nvGraphicFramePr>
        <p:xfrm>
          <a:off xmlns:a="http://schemas.openxmlformats.org/drawingml/2006/main" x="628650" y="2076450"/>
          <a:ext xmlns:a="http://schemas.openxmlformats.org/drawingml/2006/main" cx="12458700" cy="2476500"/>
        </p:xfrm>
        <a:graphic xmlns:a="http://schemas.openxmlformats.org/drawingml/2006/main">
          <a:graphicData uri="http://schemas.openxmlformats.org/drawingml/2006/table">
            <a:tbl>
              <a:tblPr/>
              <a:tblGrid>
                <a:gridCol w="4762500"/>
                <a:gridCol w="1809750"/>
                <a:gridCol w="1809750"/>
                <a:gridCol w="2038350"/>
                <a:gridCol w="2038350"/>
              </a:tblGrid>
              <a:tr h="412750">
                <a:tc>
                  <a:txBody>
                    <a:bodyPr>
                      <a:noAutofit/>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정답률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상태 판단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근거 선택</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12750">
                <a:tc>
                  <a:txBody>
                    <a:bodyPr>
                      <a:noAutofit/>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23.8%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24.5%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49.3%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71.8%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93.2%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85.1%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23.0%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87.8%</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12750">
                <a:tc>
                  <a:txBody>
                    <a:bodyPr>
                      <a:noAutofit/>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87.6%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22.3%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91.6%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90.2%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9">
            <a:extLst xmlns:a="http://schemas.openxmlformats.org/drawingml/2006/main">
              <a:ext uri="{FF2B5EF4-FFF2-40B4-BE49-F238E27FC236}">
                <a16:creationId xmlns:a16="http://schemas.microsoft.com/office/drawing/2014/main" id="{77A12FD8-DCAD-4DBF-9EFD-624F9D7330BC}"/>
              </a:ext>
            </a:extLst>
          </p:cNvPr>
          <p:cNvSpPr>
            <a:spLocks xmlns:a="http://schemas.openxmlformats.org/drawingml/2006/main" noGrp="1"/>
          </p:cNvSpPr>
          <p:nvPr/>
        </p:nvSpPr>
        <p:spPr>
          <a:xfrm xmlns:a="http://schemas.openxmlformats.org/drawingml/2006/main">
            <a:off x="62865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xmlns:a="http://schemas.openxmlformats.org/drawingml/2006/main">
              <a:ext uri="{FF2B5EF4-FFF2-40B4-BE49-F238E27FC236}">
                <a16:creationId xmlns:a16="http://schemas.microsoft.com/office/drawing/2014/main" id="{66DAF7C6-D0A0-4E90-94C9-10F18F4DB241}"/>
              </a:ext>
            </a:extLst>
          </p:cNvPr>
          <p:cNvSpPr>
            <a:spLocks xmlns:a="http://schemas.openxmlformats.org/drawingml/2006/main" noGrp="1"/>
          </p:cNvSpPr>
          <p:nvPr/>
        </p:nvSpPr>
        <p:spPr>
          <a:xfrm xmlns:a="http://schemas.openxmlformats.org/drawingml/2006/main">
            <a:off x="62865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xmlns:a="http://schemas.openxmlformats.org/drawingml/2006/main">
              <a:ext uri="{FF2B5EF4-FFF2-40B4-BE49-F238E27FC236}">
                <a16:creationId xmlns:a16="http://schemas.microsoft.com/office/drawing/2014/main" id="{C7040938-0077-4F1C-90B2-F0559E9E7DDF}"/>
              </a:ext>
            </a:extLst>
          </p:cNvPr>
          <p:cNvSpPr>
            <a:spLocks xmlns:a="http://schemas.openxmlformats.org/drawingml/2006/main" noGrp="1"/>
          </p:cNvSpPr>
          <p:nvPr/>
        </p:nvSpPr>
        <p:spPr>
          <a:xfrm xmlns:a="http://schemas.openxmlformats.org/drawingml/2006/main">
            <a:off x="628650" y="598170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xmlns:a="http://schemas.openxmlformats.org/drawingml/2006/main">
              <a:ext uri="{FF2B5EF4-FFF2-40B4-BE49-F238E27FC236}">
                <a16:creationId xmlns:a16="http://schemas.microsoft.com/office/drawing/2014/main" id="{1147DDDD-B925-4733-A6ED-C243FBBC9CD8}"/>
              </a:ext>
            </a:extLst>
          </p:cNvPr>
          <p:cNvSpPr>
            <a:spLocks xmlns:a="http://schemas.openxmlformats.org/drawingml/2006/main" noGrp="1"/>
          </p:cNvSpPr>
          <p:nvPr/>
        </p:nvSpPr>
        <p:spPr>
          <a:xfrm xmlns:a="http://schemas.openxmlformats.org/drawingml/2006/main">
            <a:off x="708660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xmlns:a="http://schemas.openxmlformats.org/drawingml/2006/main">
              <a:ext uri="{FF2B5EF4-FFF2-40B4-BE49-F238E27FC236}">
                <a16:creationId xmlns:a16="http://schemas.microsoft.com/office/drawing/2014/main" id="{807D1509-3D4B-4D57-B4F8-A88A7F0DD75B}"/>
              </a:ext>
            </a:extLst>
          </p:cNvPr>
          <p:cNvSpPr>
            <a:spLocks xmlns:a="http://schemas.openxmlformats.org/drawingml/2006/main" noGrp="1"/>
          </p:cNvSpPr>
          <p:nvPr/>
        </p:nvSpPr>
        <p:spPr>
          <a:xfrm xmlns:a="http://schemas.openxmlformats.org/drawingml/2006/main">
            <a:off x="708660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xmlns:a="http://schemas.openxmlformats.org/drawingml/2006/main">
              <a:ext uri="{FF2B5EF4-FFF2-40B4-BE49-F238E27FC236}">
                <a16:creationId xmlns:a16="http://schemas.microsoft.com/office/drawing/2014/main" id="{4E2ED71F-624B-49A7-ADDC-785E8AF2D90F}"/>
              </a:ext>
            </a:extLst>
          </p:cNvPr>
          <p:cNvSpPr>
            <a:spLocks xmlns:a="http://schemas.openxmlformats.org/drawingml/2006/main" noGrp="1"/>
          </p:cNvSpPr>
          <p:nvPr/>
        </p:nvSpPr>
        <p:spPr>
          <a:xfrm xmlns:a="http://schemas.openxmlformats.org/drawingml/2006/main">
            <a:off x="7086600" y="60769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1972036640"/>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35">
            <a:extLst xmlns:a="http://schemas.openxmlformats.org/drawingml/2006/main">
              <a:ext uri="{FF2B5EF4-FFF2-40B4-BE49-F238E27FC236}">
                <a16:creationId xmlns:a16="http://schemas.microsoft.com/office/drawing/2014/main" id="{E84C9089-3F66-4E39-8137-D80E1DD92898}"/>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xmlns:a="http://schemas.openxmlformats.org/drawingml/2006/main">
              <a:ext uri="{FF2B5EF4-FFF2-40B4-BE49-F238E27FC236}">
                <a16:creationId xmlns:a16="http://schemas.microsoft.com/office/drawing/2014/main" id="{63F9CC92-DD4F-4BD4-846E-971D97FCE48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xmlns:a="http://schemas.openxmlformats.org/drawingml/2006/main">
              <a:ext uri="{FF2B5EF4-FFF2-40B4-BE49-F238E27FC236}">
                <a16:creationId xmlns:a16="http://schemas.microsoft.com/office/drawing/2014/main" id="{4DBC51E8-0ECF-443E-8B29-217633A6B6A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xmlns:a="http://schemas.openxmlformats.org/drawingml/2006/main">
              <a:ext uri="{FF2B5EF4-FFF2-40B4-BE49-F238E27FC236}">
                <a16:creationId xmlns:a16="http://schemas.microsoft.com/office/drawing/2014/main" id="{E22E5AD3-AAD5-45A1-9BFE-B4890C285632}"/>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xmlns:a="http://schemas.openxmlformats.org/drawingml/2006/main">
              <a:ext uri="{FF2B5EF4-FFF2-40B4-BE49-F238E27FC236}">
                <a16:creationId xmlns:a16="http://schemas.microsoft.com/office/drawing/2014/main" id="{F5BD1123-07BE-4367-A0D2-1965A814104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0">
            <a:extLst xmlns:a="http://schemas.openxmlformats.org/drawingml/2006/main">
              <a:ext uri="{FF2B5EF4-FFF2-40B4-BE49-F238E27FC236}">
                <a16:creationId xmlns:a16="http://schemas.microsoft.com/office/drawing/2014/main" id="{19DCD057-D07D-4D61-9042-3C03142647B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xmlns:a="http://schemas.openxmlformats.org/drawingml/2006/main">
              <a:ext uri="{FF2B5EF4-FFF2-40B4-BE49-F238E27FC236}">
                <a16:creationId xmlns:a16="http://schemas.microsoft.com/office/drawing/2014/main" id="{666A1AF4-208B-41CA-9FE8-ADC6B3E73452}"/>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EC25E36F-CC43-4322-A75D-4E7118C2ECF6}"/>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97eacbd8d1104ec5"/>
          </a:graphicData>
        </a:graphic>
      </p:graphicFrame>
      <p:graphicFrame>
        <p:nvGraphicFramePr>
          <p:cNvPr id="9" name="">
            <a:extLst xmlns:a="http://schemas.openxmlformats.org/drawingml/2006/main">
              <a:ext uri="{FF2B5EF4-FFF2-40B4-BE49-F238E27FC236}">
                <a16:creationId xmlns:a16="http://schemas.microsoft.com/office/drawing/2014/main" id="{173BCB43-5553-48BE-8427-7414094A3241}"/>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2">
            <a:extLst xmlns:a="http://schemas.openxmlformats.org/drawingml/2006/main">
              <a:ext uri="{FF2B5EF4-FFF2-40B4-BE49-F238E27FC236}">
                <a16:creationId xmlns:a16="http://schemas.microsoft.com/office/drawing/2014/main" id="{D89091D9-E034-46CF-B015-07D7A7B2C8A2}"/>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xmlns:a="http://schemas.openxmlformats.org/drawingml/2006/main">
              <a:ext uri="{FF2B5EF4-FFF2-40B4-BE49-F238E27FC236}">
                <a16:creationId xmlns:a16="http://schemas.microsoft.com/office/drawing/2014/main" id="{CD6000A0-987C-4174-88E6-E9E1C5B0E1EA}"/>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37583971"/>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794443DB-FC79-48C0-BE70-C8590E6C80F6}"/>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987B683-ED0A-4C75-8F4E-69F290420F52}"/>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2BFFA5D-3E53-4E3C-B659-7DDFF013938C}"/>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6261EAC-CC34-4BC8-8D3F-43767D6E791B}"/>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356EB3F-20E0-45EC-A0E3-A5B4B556A56C}"/>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40928708-85A2-4028-B150-F3D0F26F7395}"/>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750ECCF3-9DDE-47EC-8542-B1592C828EF1}"/>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F9EFA88-00D8-4087-A8DB-852680AABD39}"/>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6E93B08-1A79-4DE0-A389-CBC8C0557E9B}"/>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4">
            <a:extLst xmlns:a="http://schemas.openxmlformats.org/drawingml/2006/main">
              <a:ext uri="{FF2B5EF4-FFF2-40B4-BE49-F238E27FC236}">
                <a16:creationId xmlns:a16="http://schemas.microsoft.com/office/drawing/2014/main" id="{542400D9-BCC8-4AFF-A6AB-EC808C8E252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xmlns:a="http://schemas.openxmlformats.org/drawingml/2006/main">
              <a:ext uri="{FF2B5EF4-FFF2-40B4-BE49-F238E27FC236}">
                <a16:creationId xmlns:a16="http://schemas.microsoft.com/office/drawing/2014/main" id="{2A30D761-9CD5-4301-98DE-10C2B0C476E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xmlns:a="http://schemas.openxmlformats.org/drawingml/2006/main">
              <a:ext uri="{FF2B5EF4-FFF2-40B4-BE49-F238E27FC236}">
                <a16:creationId xmlns:a16="http://schemas.microsoft.com/office/drawing/2014/main" id="{5592AB7C-A11D-4D73-9DCB-129E9A54B04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xmlns:a="http://schemas.openxmlformats.org/drawingml/2006/main">
              <a:ext uri="{FF2B5EF4-FFF2-40B4-BE49-F238E27FC236}">
                <a16:creationId xmlns:a16="http://schemas.microsoft.com/office/drawing/2014/main" id="{BBA0DD9A-7729-42B5-8B31-116940009C2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xmlns:a="http://schemas.openxmlformats.org/drawingml/2006/main">
              <a:ext uri="{FF2B5EF4-FFF2-40B4-BE49-F238E27FC236}">
                <a16:creationId xmlns:a16="http://schemas.microsoft.com/office/drawing/2014/main" id="{D159B958-B93C-48F5-BB9A-7078B0A4946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49">
            <a:extLst xmlns:a="http://schemas.openxmlformats.org/drawingml/2006/main">
              <a:ext uri="{FF2B5EF4-FFF2-40B4-BE49-F238E27FC236}">
                <a16:creationId xmlns:a16="http://schemas.microsoft.com/office/drawing/2014/main" id="{735136E7-2BF7-4BC3-BE46-0FF6FC7D9476}"/>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xmlns:a="http://schemas.openxmlformats.org/drawingml/2006/main">
              <a:ext uri="{FF2B5EF4-FFF2-40B4-BE49-F238E27FC236}">
                <a16:creationId xmlns:a16="http://schemas.microsoft.com/office/drawing/2014/main" id="{A3FBC1EF-C55E-470C-884D-843C00518DA0}"/>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xmlns:a="http://schemas.openxmlformats.org/drawingml/2006/main">
              <a:ext uri="{FF2B5EF4-FFF2-40B4-BE49-F238E27FC236}">
                <a16:creationId xmlns:a16="http://schemas.microsoft.com/office/drawing/2014/main" id="{FB46BFCC-D8E4-4314-B09F-9A6C422A9DD3}"/>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xmlns:a="http://schemas.openxmlformats.org/drawingml/2006/main">
              <a:ext uri="{FF2B5EF4-FFF2-40B4-BE49-F238E27FC236}">
                <a16:creationId xmlns:a16="http://schemas.microsoft.com/office/drawing/2014/main" id="{C480241A-4BC7-40BC-BD06-C4F06E0306AE}"/>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xmlns:a="http://schemas.openxmlformats.org/drawingml/2006/main">
              <a:ext uri="{FF2B5EF4-FFF2-40B4-BE49-F238E27FC236}">
                <a16:creationId xmlns:a16="http://schemas.microsoft.com/office/drawing/2014/main" id="{5E2869BB-CE7A-4980-A8F4-24724AC552B8}"/>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xmlns:a="http://schemas.openxmlformats.org/drawingml/2006/main">
              <a:ext uri="{FF2B5EF4-FFF2-40B4-BE49-F238E27FC236}">
                <a16:creationId xmlns:a16="http://schemas.microsoft.com/office/drawing/2014/main" id="{917D78EF-0F87-4D41-AD3C-97AE9E67A863}"/>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xmlns:a="http://schemas.openxmlformats.org/drawingml/2006/main">
              <a:ext uri="{FF2B5EF4-FFF2-40B4-BE49-F238E27FC236}">
                <a16:creationId xmlns:a16="http://schemas.microsoft.com/office/drawing/2014/main" id="{B3540CDC-8CFD-4C33-8188-EF1452437710}"/>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xmlns:a="http://schemas.openxmlformats.org/drawingml/2006/main">
              <a:ext uri="{FF2B5EF4-FFF2-40B4-BE49-F238E27FC236}">
                <a16:creationId xmlns:a16="http://schemas.microsoft.com/office/drawing/2014/main" id="{C16F4B94-6735-40EF-ABB6-999F30E90455}"/>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xmlns:a="http://schemas.openxmlformats.org/drawingml/2006/main">
              <a:ext uri="{FF2B5EF4-FFF2-40B4-BE49-F238E27FC236}">
                <a16:creationId xmlns:a16="http://schemas.microsoft.com/office/drawing/2014/main" id="{BDD026E1-5327-4F34-8990-354AD061A966}"/>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xmlns:a="http://schemas.openxmlformats.org/drawingml/2006/main">
              <a:ext uri="{FF2B5EF4-FFF2-40B4-BE49-F238E27FC236}">
                <a16:creationId xmlns:a16="http://schemas.microsoft.com/office/drawing/2014/main" id="{B0B083FC-6596-4729-B482-080AAE3B1CB9}"/>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xmlns:a="http://schemas.openxmlformats.org/drawingml/2006/main">
              <a:ext uri="{FF2B5EF4-FFF2-40B4-BE49-F238E27FC236}">
                <a16:creationId xmlns:a16="http://schemas.microsoft.com/office/drawing/2014/main" id="{20CCC935-87B5-4AD6-B8A3-E080DA27D015}"/>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C6D723C7-6424-4493-9395-472705CDBDCE}"/>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4838700"/>
                <a:gridCol w="3810000"/>
                <a:gridCol w="3810000"/>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1474946924"/>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30AE1B0-3E3D-4E1D-9B56-817F5257A9ED}"/>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0">
            <a:extLst xmlns:a="http://schemas.openxmlformats.org/drawingml/2006/main">
              <a:ext uri="{FF2B5EF4-FFF2-40B4-BE49-F238E27FC236}">
                <a16:creationId xmlns:a16="http://schemas.microsoft.com/office/drawing/2014/main" id="{3F2FBDB9-64A1-4DF2-8DB6-A4356112C977}"/>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xmlns:a="http://schemas.openxmlformats.org/drawingml/2006/main">
              <a:ext uri="{FF2B5EF4-FFF2-40B4-BE49-F238E27FC236}">
                <a16:creationId xmlns:a16="http://schemas.microsoft.com/office/drawing/2014/main" id="{1E803A09-4540-43B8-911B-24FBBF13153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xmlns:a="http://schemas.openxmlformats.org/drawingml/2006/main">
              <a:ext uri="{FF2B5EF4-FFF2-40B4-BE49-F238E27FC236}">
                <a16:creationId xmlns:a16="http://schemas.microsoft.com/office/drawing/2014/main" id="{137E0FBB-9555-47A5-94A7-86D7F510F6B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xmlns:a="http://schemas.openxmlformats.org/drawingml/2006/main">
              <a:ext uri="{FF2B5EF4-FFF2-40B4-BE49-F238E27FC236}">
                <a16:creationId xmlns:a16="http://schemas.microsoft.com/office/drawing/2014/main" id="{19CB6D8B-D911-4B10-8251-37F3EFBDB826}"/>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xmlns:a="http://schemas.openxmlformats.org/drawingml/2006/main">
              <a:ext uri="{FF2B5EF4-FFF2-40B4-BE49-F238E27FC236}">
                <a16:creationId xmlns:a16="http://schemas.microsoft.com/office/drawing/2014/main" id="{EAC7430D-DCA1-469D-A702-51DE6839B2E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65">
            <a:extLst xmlns:a="http://schemas.openxmlformats.org/drawingml/2006/main">
              <a:ext uri="{FF2B5EF4-FFF2-40B4-BE49-F238E27FC236}">
                <a16:creationId xmlns:a16="http://schemas.microsoft.com/office/drawing/2014/main" id="{BEFCDEBE-3CF1-4F7F-A64E-395293D35C7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xmlns:a="http://schemas.openxmlformats.org/drawingml/2006/main">
              <a:ext uri="{FF2B5EF4-FFF2-40B4-BE49-F238E27FC236}">
                <a16:creationId xmlns:a16="http://schemas.microsoft.com/office/drawing/2014/main" id="{17F7BA47-1B97-4818-A1A9-329B29A2BA42}"/>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xmlns:a="http://schemas.openxmlformats.org/drawingml/2006/main">
              <a:ext uri="{FF2B5EF4-FFF2-40B4-BE49-F238E27FC236}">
                <a16:creationId xmlns:a16="http://schemas.microsoft.com/office/drawing/2014/main" id="{0AFCD9E1-60BF-4D26-BC1C-3398664DA11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xmlns:a="http://schemas.openxmlformats.org/drawingml/2006/main">
              <a:ext uri="{FF2B5EF4-FFF2-40B4-BE49-F238E27FC236}">
                <a16:creationId xmlns:a16="http://schemas.microsoft.com/office/drawing/2014/main" id="{02CA5854-E3E9-4CFC-AAC5-E467DF678DA7}"/>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xmlns:a="http://schemas.openxmlformats.org/drawingml/2006/main">
              <a:ext uri="{FF2B5EF4-FFF2-40B4-BE49-F238E27FC236}">
                <a16:creationId xmlns:a16="http://schemas.microsoft.com/office/drawing/2014/main" id="{DEE7670C-CEB7-4F05-96A1-2D7D157BA317}"/>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xmlns:a="http://schemas.openxmlformats.org/drawingml/2006/main">
              <a:ext uri="{FF2B5EF4-FFF2-40B4-BE49-F238E27FC236}">
                <a16:creationId xmlns:a16="http://schemas.microsoft.com/office/drawing/2014/main" id="{0EBCB81C-C15F-4961-9219-9E894223419C}"/>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xmlns:a="http://schemas.openxmlformats.org/drawingml/2006/main">
              <a:ext uri="{FF2B5EF4-FFF2-40B4-BE49-F238E27FC236}">
                <a16:creationId xmlns:a16="http://schemas.microsoft.com/office/drawing/2014/main" id="{0671396D-FAC9-4B21-90CF-2AB745BFA622}"/>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xmlns:a="http://schemas.openxmlformats.org/drawingml/2006/main">
              <a:ext uri="{FF2B5EF4-FFF2-40B4-BE49-F238E27FC236}">
                <a16:creationId xmlns:a16="http://schemas.microsoft.com/office/drawing/2014/main" id="{4D80BABA-AD7A-48A1-A0A6-2BA995C17BD8}"/>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xmlns:a="http://schemas.openxmlformats.org/drawingml/2006/main">
              <a:ext uri="{FF2B5EF4-FFF2-40B4-BE49-F238E27FC236}">
                <a16:creationId xmlns:a16="http://schemas.microsoft.com/office/drawing/2014/main" id="{17B8BFFF-0632-45A3-B30D-AF1DE0CE5D06}"/>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3D6781B-C215-4B33-8CC7-BCFFB8CC83B7}"/>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4">
            <a:extLst xmlns:a="http://schemas.openxmlformats.org/drawingml/2006/main">
              <a:ext uri="{FF2B5EF4-FFF2-40B4-BE49-F238E27FC236}">
                <a16:creationId xmlns:a16="http://schemas.microsoft.com/office/drawing/2014/main" id="{1C49C42E-FBB2-4D06-B05A-037DBF03F5CD}"/>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xmlns:a="http://schemas.openxmlformats.org/drawingml/2006/main">
              <a:ext uri="{FF2B5EF4-FFF2-40B4-BE49-F238E27FC236}">
                <a16:creationId xmlns:a16="http://schemas.microsoft.com/office/drawing/2014/main" id="{2ED65A11-1716-4E3F-8275-ADB3778A180E}"/>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318021402"/>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F4212A6-9456-41AA-ABB1-70FED2A69AAA}"/>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648B3548-A389-48CE-BA4A-1D13B38C23F6}"/>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76">
            <a:extLst xmlns:a="http://schemas.openxmlformats.org/drawingml/2006/main">
              <a:ext uri="{FF2B5EF4-FFF2-40B4-BE49-F238E27FC236}">
                <a16:creationId xmlns:a16="http://schemas.microsoft.com/office/drawing/2014/main" id="{84E949A7-E14F-43DC-904C-7ECC356767B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xmlns:a="http://schemas.openxmlformats.org/drawingml/2006/main">
              <a:ext uri="{FF2B5EF4-FFF2-40B4-BE49-F238E27FC236}">
                <a16:creationId xmlns:a16="http://schemas.microsoft.com/office/drawing/2014/main" id="{BDBF4AB3-8E21-4A32-8A65-2C5C851BCA1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xmlns:a="http://schemas.openxmlformats.org/drawingml/2006/main">
              <a:ext uri="{FF2B5EF4-FFF2-40B4-BE49-F238E27FC236}">
                <a16:creationId xmlns:a16="http://schemas.microsoft.com/office/drawing/2014/main" id="{5EF2C427-E1FF-44FB-841B-15A80E1172D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xmlns:a="http://schemas.openxmlformats.org/drawingml/2006/main">
              <a:ext uri="{FF2B5EF4-FFF2-40B4-BE49-F238E27FC236}">
                <a16:creationId xmlns:a16="http://schemas.microsoft.com/office/drawing/2014/main" id="{F2686CE6-9FE1-4933-857F-10063121CD2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xmlns:a="http://schemas.openxmlformats.org/drawingml/2006/main">
              <a:ext uri="{FF2B5EF4-FFF2-40B4-BE49-F238E27FC236}">
                <a16:creationId xmlns:a16="http://schemas.microsoft.com/office/drawing/2014/main" id="{8710BA92-1BD2-496A-8050-7A9A1B2EECB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1">
            <a:extLst xmlns:a="http://schemas.openxmlformats.org/drawingml/2006/main">
              <a:ext uri="{FF2B5EF4-FFF2-40B4-BE49-F238E27FC236}">
                <a16:creationId xmlns:a16="http://schemas.microsoft.com/office/drawing/2014/main" id="{E1BE73D6-21B4-4439-B93F-96E32C346EF1}"/>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xmlns:a="http://schemas.openxmlformats.org/drawingml/2006/main">
              <a:ext uri="{FF2B5EF4-FFF2-40B4-BE49-F238E27FC236}">
                <a16:creationId xmlns:a16="http://schemas.microsoft.com/office/drawing/2014/main" id="{0A9EE7E3-8FE2-48BF-BE0E-E1BC2B83A384}"/>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xmlns:a="http://schemas.openxmlformats.org/drawingml/2006/main">
              <a:ext uri="{FF2B5EF4-FFF2-40B4-BE49-F238E27FC236}">
                <a16:creationId xmlns:a16="http://schemas.microsoft.com/office/drawing/2014/main" id="{4FA3CC1F-81A4-4797-B859-74296FAAB527}"/>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xmlns:a="http://schemas.openxmlformats.org/drawingml/2006/main">
              <a:ext uri="{FF2B5EF4-FFF2-40B4-BE49-F238E27FC236}">
                <a16:creationId xmlns:a16="http://schemas.microsoft.com/office/drawing/2014/main" id="{9BBC87E8-F8B0-4C2F-955D-EF8AFDF43140}"/>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CFEA2498-0B43-4405-8787-590A13C9205A}"/>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85">
            <a:extLst xmlns:a="http://schemas.openxmlformats.org/drawingml/2006/main">
              <a:ext uri="{FF2B5EF4-FFF2-40B4-BE49-F238E27FC236}">
                <a16:creationId xmlns:a16="http://schemas.microsoft.com/office/drawing/2014/main" id="{C92DA012-5301-428E-BB8E-4A6FB7A59D60}"/>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xmlns:a="http://schemas.openxmlformats.org/drawingml/2006/main">
              <a:ext uri="{FF2B5EF4-FFF2-40B4-BE49-F238E27FC236}">
                <a16:creationId xmlns:a16="http://schemas.microsoft.com/office/drawing/2014/main" id="{F10C542B-FB66-4836-B78E-C1FF89C0B213}"/>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869893717"/>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87">
            <a:extLst xmlns:a="http://schemas.openxmlformats.org/drawingml/2006/main">
              <a:ext uri="{FF2B5EF4-FFF2-40B4-BE49-F238E27FC236}">
                <a16:creationId xmlns:a16="http://schemas.microsoft.com/office/drawing/2014/main" id="{BE9CF121-82A8-466A-8F43-FF2C86D6B9CE}"/>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xmlns:a="http://schemas.openxmlformats.org/drawingml/2006/main">
              <a:ext uri="{FF2B5EF4-FFF2-40B4-BE49-F238E27FC236}">
                <a16:creationId xmlns:a16="http://schemas.microsoft.com/office/drawing/2014/main" id="{8090730E-2542-49C6-9594-FF66F257B66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xmlns:a="http://schemas.openxmlformats.org/drawingml/2006/main">
              <a:ext uri="{FF2B5EF4-FFF2-40B4-BE49-F238E27FC236}">
                <a16:creationId xmlns:a16="http://schemas.microsoft.com/office/drawing/2014/main" id="{85CDA9CC-8EBD-4061-B4DE-1787EEFD08E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xmlns:a="http://schemas.openxmlformats.org/drawingml/2006/main">
              <a:ext uri="{FF2B5EF4-FFF2-40B4-BE49-F238E27FC236}">
                <a16:creationId xmlns:a16="http://schemas.microsoft.com/office/drawing/2014/main" id="{4C63FC95-13EA-48BE-8408-CB82DA48AED6}"/>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xmlns:a="http://schemas.openxmlformats.org/drawingml/2006/main">
              <a:ext uri="{FF2B5EF4-FFF2-40B4-BE49-F238E27FC236}">
                <a16:creationId xmlns:a16="http://schemas.microsoft.com/office/drawing/2014/main" id="{448C927C-3FF0-4D94-B957-054703526D87}"/>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451E90BF-E420-4A54-816C-D4C7F1DB6671}"/>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1379725150"/>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2026-10-26T04:38:08.4970000Z</dcterms:created>
  <dcterms:modified xsi:type="dcterms:W3CDTF">2026-10-26T04:38:08.4970000Z</dcterms:modified>
</coreProperties>
</file>