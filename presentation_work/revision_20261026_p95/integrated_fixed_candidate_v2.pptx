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6C51-4760-AD7E-6D99E36BF467}"/>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D2A3-4571-9738-EEC738853B50}"/>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D2A3-4571-9738-EEC738853B50}"/>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9216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C:/Ureka/ureca_project2/LLM_Test/presentation_work/revision_20261026_p95/selection_metrics.json</a:t>
            </a:r>
          </a:p>
          <a:p>
            <a:r>
              <a:t>C:/Ureka/ureca_project2/LLM_Test/presentation_work/revision_20261026_p95/derive_selection_metrics.py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73552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C:/Ureka/ureca_project2/LLM_Test/presentation_work/revision_20261026_p95/slide_metrics.json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95017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85019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C:/Ureka/ureca_project2/LLM_Test/presentation_work/revision_20261026_p95/feedback_metrics.json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429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C:/Ureka/ureca_project2/LLM_Test/presentation_work/revision_20261026_p95/slide_metrics.json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501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C:/Ureka/ureca_project2/LLM_Test/presentation_work/revision_20261026_p95/derive_slide_metrics.py</a:t>
            </a:r>
          </a:p>
          <a:p>
            <a:r>
              <a:t>C:/Ureka/ureca_project2/LLM_Test/presentation_work/revision_20261026_p95/slide_metrics.json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39002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3648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C5BCDC13-AEA9-4228-9B88-7517B86E9BA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F116A63E-0A1D-4D0E-9A95-FF377E4C6F6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F69D956C-0A60-43AC-8D97-979ADEFF3BFB}"/>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고유 300문항·7종·11설정. 비추론·OFF를 규모순으로, ON은 하단에 규모순으로 배치</a:t>
            </a:r>
          </a:p>
        </p:txBody>
      </p:sp>
      <p:sp>
        <p:nvSpPr>
          <p:cNvPr id="4" name="own-text-4">
            <a:extLst>
              <a:ext uri="{FF2B5EF4-FFF2-40B4-BE49-F238E27FC236}">
                <a16:creationId xmlns:a16="http://schemas.microsoft.com/office/drawing/2014/main" id="{E4F6F065-D371-4ED4-BDE7-6CA93641001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6B08BAE4-8158-4084-B658-EC4B7FEEFAB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2BA5A61C-D876-4C2B-9ECF-A08B727ECBFD}"/>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6A16F5E4-A3D5-436B-813C-C0A56D192EAF}"/>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9B53BE6D-955C-4628-838F-EAB5557D9625}"/>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5D361D0C-0FB8-45A0-9B44-D83C29C6B753}"/>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35BCBC7D-2A32-43DE-BA86-F8E2CE5B7D44}"/>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7B0CE9B7-22EF-49B8-9D5D-5AAEFDE3A7A9}"/>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CA702505-7A47-4342-A45D-7BA4C9BCC526}"/>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261D7D42-F19E-4D23-BA93-781ED7882225}"/>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6740AE53-5F8C-4137-A002-78EBA76A57FF}"/>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6415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D6C5170B-9861-4C36-B109-2A005082C21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ACB039DF-6C85-480E-B54B-23DA9D2E84C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F1C53D2C-B9B5-4920-8D54-4862873C65F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9AFD8849-9085-4E5C-85DD-F4007E74389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39B52C6C-627C-40B3-86E2-014208C59C6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D1072241-2286-4BC6-8CC2-EC09D11C088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FB83294B-F9D3-48CC-9C01-AC0D4ED31308}"/>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E32C4463-5105-4A27-98CC-F54833050A57}"/>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1E9A64F6-422E-4D4D-82C8-E6CFB1A8FB9D}"/>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CF330799-5AE0-40C8-814A-1236CBE89D1C}"/>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9FC2A984-7DEF-4241-BAD2-0CDCDD028EDA}"/>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DCAEDB15-AAAC-40FF-A9BB-3CC869CA49C5}"/>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D18FE65B-E877-4A2F-81E7-A98839E78FD6}"/>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B12F803B-7517-4444-9754-CB327D24F568}"/>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D70D83B8-9BAF-4A15-89E8-BE9459333E2F}"/>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209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84B94BAD-47A5-465C-92B5-A4E9355BA5F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1BAFABD4-8FA4-49A9-B5C2-143545C8EEB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1885BE9D-AB10-427B-B62A-945F9374F97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6CBEAFA1-B96B-46B2-8452-A8C48D7416C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A967F4D1-D9F2-4D50-B09E-3D99B86FB5D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B776512C-3F61-41DF-B462-CB73FB0C0107}"/>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A789A1D9-AF9A-45CD-9A76-49EFACE6C2A8}"/>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5257048A-9B93-40B9-8CD7-A371534DC81A}"/>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6C6E42D2-BEE4-4E95-8BD2-97DFE9796DCD}"/>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4B0D3D69-31FA-47D3-8DAE-B161CF30B646}"/>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E8043934-18B6-4BCD-9C81-7072279CD50D}"/>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2FEB3A66-1AB5-4C99-ACCD-AD4906B68DD7}"/>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73D9368C-2E7E-4FC2-A908-E917281DB0A0}"/>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C491FF00-DB41-4D1F-84DD-6C176C152A53}"/>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537D1750-C54C-4CBF-A86F-E311FE61444F}"/>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888228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A212CB07-7E0B-40FD-90AC-96E696EAD57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3BC119E9-710D-4B1D-A374-13EE5B92CB9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C260DC6C-B867-4379-AA09-F996AB725448}"/>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344DF986-8C79-444D-9BCA-AD53C518A4C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EB58A548-E7E5-433F-A20C-A989BC3E727B}"/>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DF24B721-F499-4BBB-B267-1888AABF384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BA4507A9-1D59-487E-A33B-3A134C9C48BC}"/>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BEA83A91-F350-4C32-A3EC-E7EAF4F5CC17}"/>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7A49B1DB-5B42-4676-BE29-44F1906879F2}"/>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41B33FBA-71BE-42B9-AF26-9BF4A940C4CC}"/>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8B27EB40-5455-4891-B289-A832E30457E3}"/>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8346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D2E6F80-14D5-4BA7-8595-3DC7D9B3F474}"/>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308C4369-7303-42F8-9314-607A93C015B0}"/>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EFC55C04-0C8A-4FD6-AEA7-D717127C3524}"/>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FAD43E2B-90EC-4252-AAB2-77798192CEF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27EE4295-3CD1-4A62-8D76-D2BCC1D63C8A}"/>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77206ADC-7061-42C2-B326-E3812808269C}"/>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27BABEB0-653C-4C3A-BBBD-D125045D60D7}"/>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E92CE1C9-92FB-473D-93EA-FC65B0E9CC33}"/>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8D8781C-D8BD-4AD4-8E99-27D153CFF8AA}"/>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06E4C12D-42C2-4803-9F71-D6230AEB781D}"/>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D0F9CB24-C5C0-4139-B202-F6EB3F37F51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84EE0BF7-BDB8-4D4A-AD08-5CA169CF6D1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C10AF74F-9F19-4E64-ACE0-D9F6C822C3C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05F784BA-3A5F-4F22-98EF-0C3420C28EF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E2848ABC-3D38-4441-BDB5-3980E8B517D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3A1DEA1D-09DC-49CE-9164-B54832A5CE6B}"/>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47C843FE-6129-45AA-9CDE-64012D6C307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6E130B87-9981-4204-BEE0-524CE463F582}"/>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8A9BA8B6-C2DE-4CC2-85A7-645B8292CA7E}"/>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DC9E1D18-031F-4DC3-A534-7E140311314B}"/>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49DC0A8C-5D16-4365-8BA0-E97619EF6F6B}"/>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F5A6E3EA-3D3C-4F10-B68D-88FF8CF9929D}"/>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68FF62D7-D202-4864-8457-5F71F77DFF3E}"/>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44BA221D-BF4F-4D90-8237-4FBEED5E29E2}"/>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ED320958-1FFA-43C7-8ABD-0890C9F2ACB6}"/>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B314455C-3628-4321-BD32-C676B1E6C90E}"/>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5323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3441F090-C3C1-4F26-87C1-6317725439E5}"/>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78B09D46-63F2-455F-90B7-15331E84A47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0F0A8A39-17E3-430E-BBEB-4B040100AB2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B97FEE83-A054-44A2-9659-0492609EE4A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B39A447C-0138-418E-91A4-EBD297C31AA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75CEA1C5-3114-44B9-AEAC-FD01A386A8D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89207C2E-25D7-40B5-A701-DADC4E47953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9CC176F2-C1A0-468B-A66F-39BB3A7700A6}"/>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D2CDCF0A-0EB1-4D44-B4A6-A4FF49EE6157}"/>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839BF417-87B9-426C-A7B8-B8E4ED17040F}"/>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2EA0ABF3-0A51-40B0-9097-874E8770E68F}"/>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E16ED2EA-7EED-4669-85E2-8DE526BDA37E}"/>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1729879E-1320-4CC9-89BE-EDD72F1AE1B5}"/>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D6003C03-A9C4-449F-A1CA-568CA4D68337}"/>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7BB5B325-4689-4EAF-B15A-2A7359FB26C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7660623F-C3FB-4779-8A7D-CB3EAE1CD48E}"/>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7E3BCD29-BCCB-42CB-B0D2-8A9ECFBC933C}"/>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9AFADAE0-F013-4B86-BDFC-71CF3548C08E}"/>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76208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D79525DD-F54A-4670-B0A3-E1CEC4994944}"/>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779DB2BF-C1B0-4FEA-8624-A61BCF9FC77D}"/>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417F6AF9-C4CE-4891-B3AE-8EEE461159D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712A1F0C-DF27-4130-91EE-77B352C731B0}"/>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37E2229F-D9F7-423C-9B69-B5CF06D2E68D}"/>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CDA985D5-B507-4D30-A05D-7272268073F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F2DE84F7-8C25-49F9-B824-F2F93341048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70E58BBB-5E9B-4258-A22D-FAF796FF811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137F2AFB-391F-4C4A-8F66-25F3E53AB837}"/>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A63B5A2E-4D24-4C04-8B8B-05331EE35FDD}"/>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7F59C8B8-E4A6-4CAF-9C6B-21C8C7933B1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7448B02F-474C-4327-A40E-127761147CA0}"/>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D364A730-9D99-473B-B91B-363B3D279CA7}"/>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F249F48D-5E87-48AA-A074-85BD9BC4CC3F}"/>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3577172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6E5CEE79-943B-47D0-94F7-ED432890E25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E1931FBC-FEBF-4D4A-AC0C-B491B019FDF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2BEDFB0F-72C7-4C06-8EDE-E197A5F604E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6132E0D6-69DC-4A73-9413-A2BBE6EA8B2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42832919-99C2-4CC9-810D-023FF52DC7B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EE2AA488-7BA5-42F7-ADF8-89238F3F8AF2}"/>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22500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5849</Words>
  <Application>Microsoft Office PowerPoint</Application>
  <PresentationFormat>사용자 지정</PresentationFormat>
  <Paragraphs>938</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2026-10-26T00:58:48Z</dcterms:modified>
  <cp:version/>
</cp:coreProperties>
</file>