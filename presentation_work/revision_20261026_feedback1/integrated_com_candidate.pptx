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58" r:id="rId16"/>
    <p:sldId id="259" r:id="rId17"/>
    <p:sldId id="260" r:id="rId18"/>
    <p:sldId id="283"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90" r:id="rId34"/>
    <p:sldId id="276" r:id="rId35"/>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0"/>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9.1300000000000008</c:v>
                </c:pt>
                <c:pt idx="1">
                  <c:v>6.1</c:v>
                </c:pt>
                <c:pt idx="2">
                  <c:v>3.33</c:v>
                </c:pt>
              </c:numCache>
            </c:numRef>
          </c:val>
          <c:extLst>
            <c:ext xmlns:c16="http://schemas.microsoft.com/office/drawing/2014/chart" uri="{C3380CC4-5D6E-409C-BE32-E72D297353CC}">
              <c16:uniqueId val="{00000000-DFDF-435E-9181-5E4683ECC4A5}"/>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20.440000000000001</c:v>
                </c:pt>
                <c:pt idx="1">
                  <c:v>14</c:v>
                </c:pt>
              </c:numCache>
            </c:numRef>
          </c:val>
          <c:extLst>
            <c:ext xmlns:c16="http://schemas.microsoft.com/office/drawing/2014/chart" uri="{C3380CC4-5D6E-409C-BE32-E72D297353CC}">
              <c16:uniqueId val="{00000000-C310-4ACA-AB88-47B18725AEBF}"/>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C310-4ACA-AB88-47B18725AEB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(32초)</a:t>
            </a:r>
          </a:p>
          <a:p>
            <a:r>
              <a:t>여러 모델에 같은 FAQ 문제를 주고 정답과 환각을 전수 평가했습니다. 단순 답변뿐 아니라 유사 문서 구분, 조건과 예외, 근거가 없을 때의 보류, 멀티턴과 공격 대응을 봤습니다. 큰 모델은 정확도가 높아도 동시 서빙 부담이 있었습니다. 이후 4B를 다시 평가했을 때 Gemma가 조금 더 정확했지만, Qwen은 오답의36.6%가 과잉 보류여서 프롬프트로 고칠 여지를 보고 튜닝 대상으로 골랐습니다.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3035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C:/Ureka/ureca_project2/LLM_Test/presentation_work/revision_20261026_feedback1/slide_metrics.json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49980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65342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C:/Ureka/ureca_project2/LLM_Test/presentation_work/revision_20261026_feedback1/feedback_metrics.json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06707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C:/Ureka/ureca_project2/LLM_Test/presentation_work/revision_20261026_feedback1/slide_metrics.json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22026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C:/Ureka/ureca_project2/LLM_Test/presentation_work/revision_20261026_feedback1/derive_slide_metrics.py</a:t>
            </a:r>
          </a:p>
          <a:p>
            <a:r>
              <a:t>C:/Ureka/ureca_project2/LLM_Test/presentation_work/revision_20261026_feedback1/slide_metrics.json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0220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82070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AE967EDC-2ED5-4A17-BFD5-B60954EFF25A}"/>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7F4AC563-7E40-4E13-BE1D-34F5269DD7F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후보 선별과 4B 튜닝 대상 선정</a:t>
            </a:r>
          </a:p>
        </p:txBody>
      </p:sp>
      <p:sp>
        <p:nvSpPr>
          <p:cNvPr id="3" name="own-text-3">
            <a:extLst>
              <a:ext uri="{FF2B5EF4-FFF2-40B4-BE49-F238E27FC236}">
                <a16:creationId xmlns:a16="http://schemas.microsoft.com/office/drawing/2014/main" id="{00DA5112-0168-43B7-9B41-C445A6195AE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a:ext uri="{FF2B5EF4-FFF2-40B4-BE49-F238E27FC236}">
                <a16:creationId xmlns:a16="http://schemas.microsoft.com/office/drawing/2014/main" id="{0C9AD662-0F72-4968-990C-2D0E53BBAC2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8D5A3C4E-B084-4EC1-BB28-3B7EEEDD6DB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9C31C563-8238-453F-A67A-CE376508C0CE}"/>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80EC0331-9BC0-4A05-88EB-001017D57CCF}"/>
              </a:ext>
            </a:extLst>
          </p:cNvPr>
          <p:cNvGraphicFramePr/>
          <p:nvPr/>
        </p:nvGraphicFramePr>
        <p:xfrm>
          <a:off x="628650" y="2076450"/>
          <a:ext cx="7239000" cy="3886200"/>
        </p:xfrm>
        <a:graphic>
          <a:graphicData uri="http://schemas.openxmlformats.org/drawingml/2006/table">
            <a:tbl>
              <a:tblPr/>
              <a:tblGrid>
                <a:gridCol w="21431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323850">
                <a:tc>
                  <a:txBody>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질문에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47.6초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품질·지연 모두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대상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모델 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28.5초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이후 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4B 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MVP·서빙 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A5C5F16C-2D6D-48D7-A44A-9B89A56ED9AF}"/>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65047C0D-A10D-4C85-A975-E5205FAF0DE6}"/>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58431F0D-B9A0-4A41-B4E8-C52487AE5947}"/>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C2EB0922-BE8A-4129-80DC-2BEB586F7151}"/>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30C64088-77F3-4800-92C0-3503F49A7613}"/>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EAB791B8-162D-4406-AEBE-94ED359ED073}"/>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2AADCDA2-2F65-4D0C-9977-AC78AF75C096}"/>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5816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10722B7A-C239-4660-846F-B41052AAFD6A}"/>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A50560BC-663D-4AAA-BD1C-62B81CB11A46}"/>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4">
            <a:extLst>
              <a:ext uri="{FF2B5EF4-FFF2-40B4-BE49-F238E27FC236}">
                <a16:creationId xmlns:a16="http://schemas.microsoft.com/office/drawing/2014/main" id="{6ACE9FDD-6080-4F5A-A422-DF4EE33B68D3}"/>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5">
            <a:extLst>
              <a:ext uri="{FF2B5EF4-FFF2-40B4-BE49-F238E27FC236}">
                <a16:creationId xmlns:a16="http://schemas.microsoft.com/office/drawing/2014/main" id="{A29F9A14-22FC-4EAE-B78A-B97BB2581F8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112154C9-ECCE-416E-A3E7-CA7D6BC0A43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FE802CE7-6B4F-47EA-A833-E8E41CCAD915}"/>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8C037071-7217-4A96-BB5F-556B62859B49}"/>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18">
            <a:extLst>
              <a:ext uri="{FF2B5EF4-FFF2-40B4-BE49-F238E27FC236}">
                <a16:creationId xmlns:a16="http://schemas.microsoft.com/office/drawing/2014/main" id="{FE98DA47-2299-4ABD-BA25-6438EDF7F13A}"/>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19">
            <a:extLst>
              <a:ext uri="{FF2B5EF4-FFF2-40B4-BE49-F238E27FC236}">
                <a16:creationId xmlns:a16="http://schemas.microsoft.com/office/drawing/2014/main" id="{76A23A4F-4FB5-487B-8272-745727E1592A}"/>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0">
            <a:extLst>
              <a:ext uri="{FF2B5EF4-FFF2-40B4-BE49-F238E27FC236}">
                <a16:creationId xmlns:a16="http://schemas.microsoft.com/office/drawing/2014/main" id="{0A52473C-EBB7-465D-B6A3-506BB2C44E30}"/>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21">
            <a:extLst>
              <a:ext uri="{FF2B5EF4-FFF2-40B4-BE49-F238E27FC236}">
                <a16:creationId xmlns:a16="http://schemas.microsoft.com/office/drawing/2014/main" id="{EA15142F-99D1-4C43-AB53-4F75CC1D257D}"/>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2">
            <a:extLst>
              <a:ext uri="{FF2B5EF4-FFF2-40B4-BE49-F238E27FC236}">
                <a16:creationId xmlns:a16="http://schemas.microsoft.com/office/drawing/2014/main" id="{E8A439E4-0A20-4C13-9DFC-9F213A5ABA4A}"/>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3">
            <a:extLst>
              <a:ext uri="{FF2B5EF4-FFF2-40B4-BE49-F238E27FC236}">
                <a16:creationId xmlns:a16="http://schemas.microsoft.com/office/drawing/2014/main" id="{41F167C0-399E-4562-A02D-3F6F14537C04}"/>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24">
            <a:extLst>
              <a:ext uri="{FF2B5EF4-FFF2-40B4-BE49-F238E27FC236}">
                <a16:creationId xmlns:a16="http://schemas.microsoft.com/office/drawing/2014/main" id="{14BCE3BE-4690-4245-ACC9-5B083428FFBD}"/>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5">
            <a:extLst>
              <a:ext uri="{FF2B5EF4-FFF2-40B4-BE49-F238E27FC236}">
                <a16:creationId xmlns:a16="http://schemas.microsoft.com/office/drawing/2014/main" id="{C3081E5E-95C6-45D2-8C32-30EBCADD9568}"/>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879889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26">
            <a:extLst>
              <a:ext uri="{FF2B5EF4-FFF2-40B4-BE49-F238E27FC236}">
                <a16:creationId xmlns:a16="http://schemas.microsoft.com/office/drawing/2014/main" id="{948AEF0D-AB07-4FEE-A5D0-C1CFC5C3E93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7">
            <a:extLst>
              <a:ext uri="{FF2B5EF4-FFF2-40B4-BE49-F238E27FC236}">
                <a16:creationId xmlns:a16="http://schemas.microsoft.com/office/drawing/2014/main" id="{630F42BD-45C3-4809-9FCB-35D9B53CAD5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28">
            <a:extLst>
              <a:ext uri="{FF2B5EF4-FFF2-40B4-BE49-F238E27FC236}">
                <a16:creationId xmlns:a16="http://schemas.microsoft.com/office/drawing/2014/main" id="{4418AD45-6603-4962-AA6F-830F511C986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29">
            <a:extLst>
              <a:ext uri="{FF2B5EF4-FFF2-40B4-BE49-F238E27FC236}">
                <a16:creationId xmlns:a16="http://schemas.microsoft.com/office/drawing/2014/main" id="{F0BB5A78-1ACC-4E00-A6D1-B3BDADD912C7}"/>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AF4E8B34-2F2B-4551-A14D-8B7872FB63E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59F89BF0-A10A-4F78-9D31-35ED12386B3B}"/>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32">
            <a:extLst>
              <a:ext uri="{FF2B5EF4-FFF2-40B4-BE49-F238E27FC236}">
                <a16:creationId xmlns:a16="http://schemas.microsoft.com/office/drawing/2014/main" id="{AD11587E-2838-4608-9ABD-9745324B9F81}"/>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118FCF9C-B7F4-4B36-A76A-0FC52540CB16}"/>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9EDA1AD0-4170-4CA9-8C53-85DD6221ADD5}"/>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33">
            <a:extLst>
              <a:ext uri="{FF2B5EF4-FFF2-40B4-BE49-F238E27FC236}">
                <a16:creationId xmlns:a16="http://schemas.microsoft.com/office/drawing/2014/main" id="{63F674F4-25FC-423D-8E06-F76EF0464E05}"/>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4">
            <a:extLst>
              <a:ext uri="{FF2B5EF4-FFF2-40B4-BE49-F238E27FC236}">
                <a16:creationId xmlns:a16="http://schemas.microsoft.com/office/drawing/2014/main" id="{54F9EBA8-AC88-41B0-A740-13002E3F2611}"/>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082829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1ECAAD8A-053F-4F92-9036-2126A1CA55C4}"/>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25BAD1A4-9558-4A74-998B-76950FB4E32E}"/>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3909E766-3D51-483D-96D8-F90EC8ACFE5B}"/>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CBAD0806-B3DE-4979-A9BF-804692AA2ED7}"/>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5B313499-F7D6-4E2C-B596-B6BD5AAAD74A}"/>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E2CB3E81-755E-4B16-A2CE-CFFFC5FB2937}"/>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44A67FE1-4421-4E24-85C0-7A469042A576}"/>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2C65D13B-11F9-4AE4-9403-D7A1707DBC1B}"/>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12B78A33-134E-4FAC-9DC3-16766CFFE973}"/>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35">
            <a:extLst>
              <a:ext uri="{FF2B5EF4-FFF2-40B4-BE49-F238E27FC236}">
                <a16:creationId xmlns:a16="http://schemas.microsoft.com/office/drawing/2014/main" id="{EF912B1C-AE16-4B64-986C-58105258BF2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6">
            <a:extLst>
              <a:ext uri="{FF2B5EF4-FFF2-40B4-BE49-F238E27FC236}">
                <a16:creationId xmlns:a16="http://schemas.microsoft.com/office/drawing/2014/main" id="{96A28DCB-A59D-4BC9-9017-5139A7AA6D06}"/>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7">
            <a:extLst>
              <a:ext uri="{FF2B5EF4-FFF2-40B4-BE49-F238E27FC236}">
                <a16:creationId xmlns:a16="http://schemas.microsoft.com/office/drawing/2014/main" id="{0088C7BC-B947-4065-8EF1-B8E102B5826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38">
            <a:extLst>
              <a:ext uri="{FF2B5EF4-FFF2-40B4-BE49-F238E27FC236}">
                <a16:creationId xmlns:a16="http://schemas.microsoft.com/office/drawing/2014/main" id="{4F41FAF8-0146-49F4-A56E-7C7E33A5C2A4}"/>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a:ext uri="{FF2B5EF4-FFF2-40B4-BE49-F238E27FC236}">
                <a16:creationId xmlns:a16="http://schemas.microsoft.com/office/drawing/2014/main" id="{030B12BA-AE7B-477E-8D4A-FEE267EA4BF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0">
            <a:extLst>
              <a:ext uri="{FF2B5EF4-FFF2-40B4-BE49-F238E27FC236}">
                <a16:creationId xmlns:a16="http://schemas.microsoft.com/office/drawing/2014/main" id="{153A7452-69B0-47CC-BCC2-D1943FC2772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41">
            <a:extLst>
              <a:ext uri="{FF2B5EF4-FFF2-40B4-BE49-F238E27FC236}">
                <a16:creationId xmlns:a16="http://schemas.microsoft.com/office/drawing/2014/main" id="{C19FB4DD-C23B-4867-985A-989A722E1575}"/>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2">
            <a:extLst>
              <a:ext uri="{FF2B5EF4-FFF2-40B4-BE49-F238E27FC236}">
                <a16:creationId xmlns:a16="http://schemas.microsoft.com/office/drawing/2014/main" id="{05C96C3B-93DE-4297-85B9-B986172CC65E}"/>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3">
            <a:extLst>
              <a:ext uri="{FF2B5EF4-FFF2-40B4-BE49-F238E27FC236}">
                <a16:creationId xmlns:a16="http://schemas.microsoft.com/office/drawing/2014/main" id="{A9DA779F-098C-4BF6-8244-3D101FBC17C9}"/>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4">
            <a:extLst>
              <a:ext uri="{FF2B5EF4-FFF2-40B4-BE49-F238E27FC236}">
                <a16:creationId xmlns:a16="http://schemas.microsoft.com/office/drawing/2014/main" id="{7062FBC1-32ED-434B-9A60-5F7E5DCDDDA7}"/>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5">
            <a:extLst>
              <a:ext uri="{FF2B5EF4-FFF2-40B4-BE49-F238E27FC236}">
                <a16:creationId xmlns:a16="http://schemas.microsoft.com/office/drawing/2014/main" id="{3DF87157-21A0-49B5-A3FA-5B3C690CB1ED}"/>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6">
            <a:extLst>
              <a:ext uri="{FF2B5EF4-FFF2-40B4-BE49-F238E27FC236}">
                <a16:creationId xmlns:a16="http://schemas.microsoft.com/office/drawing/2014/main" id="{C613E38E-C28D-4427-9F7F-47205858FC16}"/>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7">
            <a:extLst>
              <a:ext uri="{FF2B5EF4-FFF2-40B4-BE49-F238E27FC236}">
                <a16:creationId xmlns:a16="http://schemas.microsoft.com/office/drawing/2014/main" id="{479059E3-E894-4F1A-AB0B-4786F857D323}"/>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48">
            <a:extLst>
              <a:ext uri="{FF2B5EF4-FFF2-40B4-BE49-F238E27FC236}">
                <a16:creationId xmlns:a16="http://schemas.microsoft.com/office/drawing/2014/main" id="{FFC23CF1-35B3-495B-981B-D006A9D2F9CF}"/>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49">
            <a:extLst>
              <a:ext uri="{FF2B5EF4-FFF2-40B4-BE49-F238E27FC236}">
                <a16:creationId xmlns:a16="http://schemas.microsoft.com/office/drawing/2014/main" id="{F920AA95-142E-49B1-98DF-4B7B9BD8B90C}"/>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0">
            <a:extLst>
              <a:ext uri="{FF2B5EF4-FFF2-40B4-BE49-F238E27FC236}">
                <a16:creationId xmlns:a16="http://schemas.microsoft.com/office/drawing/2014/main" id="{32D61763-A8B4-40E8-BF61-973C92D7C3B1}"/>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DEA12B10-EC28-422C-A17D-80B5F4D63072}"/>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32017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A26D4EB2-3C44-40D5-92BE-0063241F0EEA}"/>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51">
            <a:extLst>
              <a:ext uri="{FF2B5EF4-FFF2-40B4-BE49-F238E27FC236}">
                <a16:creationId xmlns:a16="http://schemas.microsoft.com/office/drawing/2014/main" id="{2210D7F6-5219-48F4-AB12-0B1C77ED9B8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2">
            <a:extLst>
              <a:ext uri="{FF2B5EF4-FFF2-40B4-BE49-F238E27FC236}">
                <a16:creationId xmlns:a16="http://schemas.microsoft.com/office/drawing/2014/main" id="{F25390F5-36B8-4E6A-B133-D36760C4BC36}"/>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3">
            <a:extLst>
              <a:ext uri="{FF2B5EF4-FFF2-40B4-BE49-F238E27FC236}">
                <a16:creationId xmlns:a16="http://schemas.microsoft.com/office/drawing/2014/main" id="{D8EF1EAD-F235-4602-A644-1870254A357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4">
            <a:extLst>
              <a:ext uri="{FF2B5EF4-FFF2-40B4-BE49-F238E27FC236}">
                <a16:creationId xmlns:a16="http://schemas.microsoft.com/office/drawing/2014/main" id="{2103CBD1-76ED-4A0E-827C-126B7AFC183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5">
            <a:extLst>
              <a:ext uri="{FF2B5EF4-FFF2-40B4-BE49-F238E27FC236}">
                <a16:creationId xmlns:a16="http://schemas.microsoft.com/office/drawing/2014/main" id="{295DDCEF-C7D3-4306-92B2-180F8B26F08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6">
            <a:extLst>
              <a:ext uri="{FF2B5EF4-FFF2-40B4-BE49-F238E27FC236}">
                <a16:creationId xmlns:a16="http://schemas.microsoft.com/office/drawing/2014/main" id="{7E1731C6-A58E-4BA4-9E12-48FB3E237BC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7">
            <a:extLst>
              <a:ext uri="{FF2B5EF4-FFF2-40B4-BE49-F238E27FC236}">
                <a16:creationId xmlns:a16="http://schemas.microsoft.com/office/drawing/2014/main" id="{B5EF1681-7737-44E7-A3BB-4F7B398C2E58}"/>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58">
            <a:extLst>
              <a:ext uri="{FF2B5EF4-FFF2-40B4-BE49-F238E27FC236}">
                <a16:creationId xmlns:a16="http://schemas.microsoft.com/office/drawing/2014/main" id="{90640063-72BE-49F1-B496-FEB3767040ED}"/>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59">
            <a:extLst>
              <a:ext uri="{FF2B5EF4-FFF2-40B4-BE49-F238E27FC236}">
                <a16:creationId xmlns:a16="http://schemas.microsoft.com/office/drawing/2014/main" id="{6E9A68F6-FB0C-47A7-9D5E-794EB725B8E9}"/>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0">
            <a:extLst>
              <a:ext uri="{FF2B5EF4-FFF2-40B4-BE49-F238E27FC236}">
                <a16:creationId xmlns:a16="http://schemas.microsoft.com/office/drawing/2014/main" id="{3B26AFF1-31B1-4A15-A0E5-C0FD4A0F0417}"/>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1">
            <a:extLst>
              <a:ext uri="{FF2B5EF4-FFF2-40B4-BE49-F238E27FC236}">
                <a16:creationId xmlns:a16="http://schemas.microsoft.com/office/drawing/2014/main" id="{40EBC2FD-86D8-4A19-A4B2-1524B210EB78}"/>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2">
            <a:extLst>
              <a:ext uri="{FF2B5EF4-FFF2-40B4-BE49-F238E27FC236}">
                <a16:creationId xmlns:a16="http://schemas.microsoft.com/office/drawing/2014/main" id="{22708E0A-67EC-4D8F-9232-149AF9A7CF20}"/>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3">
            <a:extLst>
              <a:ext uri="{FF2B5EF4-FFF2-40B4-BE49-F238E27FC236}">
                <a16:creationId xmlns:a16="http://schemas.microsoft.com/office/drawing/2014/main" id="{00A141D5-9E46-42AE-AE8C-1EE36F424885}"/>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64">
            <a:extLst>
              <a:ext uri="{FF2B5EF4-FFF2-40B4-BE49-F238E27FC236}">
                <a16:creationId xmlns:a16="http://schemas.microsoft.com/office/drawing/2014/main" id="{5BCD712A-53D6-40C2-8A57-4FD107E3FB19}"/>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DE95C868-CCAB-472F-BD7D-4451EAAC4F12}"/>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65">
            <a:extLst>
              <a:ext uri="{FF2B5EF4-FFF2-40B4-BE49-F238E27FC236}">
                <a16:creationId xmlns:a16="http://schemas.microsoft.com/office/drawing/2014/main" id="{15C62E28-482E-4A75-BB81-BAF7B2A9E7E6}"/>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6">
            <a:extLst>
              <a:ext uri="{FF2B5EF4-FFF2-40B4-BE49-F238E27FC236}">
                <a16:creationId xmlns:a16="http://schemas.microsoft.com/office/drawing/2014/main" id="{6C872687-9A1F-482E-8E57-1659B9DB7B63}"/>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3958141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37ACD6C6-3A77-4A7C-B4D6-175AE0831FF3}"/>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91CC0CB7-B686-412D-A75E-044AB71E8E84}"/>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67">
            <a:extLst>
              <a:ext uri="{FF2B5EF4-FFF2-40B4-BE49-F238E27FC236}">
                <a16:creationId xmlns:a16="http://schemas.microsoft.com/office/drawing/2014/main" id="{BCC12D52-EA9D-4CE5-98A7-30C697F21C8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8">
            <a:extLst>
              <a:ext uri="{FF2B5EF4-FFF2-40B4-BE49-F238E27FC236}">
                <a16:creationId xmlns:a16="http://schemas.microsoft.com/office/drawing/2014/main" id="{573D6807-0429-4509-8480-D461A95C1DA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69">
            <a:extLst>
              <a:ext uri="{FF2B5EF4-FFF2-40B4-BE49-F238E27FC236}">
                <a16:creationId xmlns:a16="http://schemas.microsoft.com/office/drawing/2014/main" id="{69532726-1806-4ADB-96B5-06D28817462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0">
            <a:extLst>
              <a:ext uri="{FF2B5EF4-FFF2-40B4-BE49-F238E27FC236}">
                <a16:creationId xmlns:a16="http://schemas.microsoft.com/office/drawing/2014/main" id="{EFDA9C0D-853C-48EB-8AA0-9B9E20D4201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1">
            <a:extLst>
              <a:ext uri="{FF2B5EF4-FFF2-40B4-BE49-F238E27FC236}">
                <a16:creationId xmlns:a16="http://schemas.microsoft.com/office/drawing/2014/main" id="{BD6F4017-8D17-4F8D-B157-2783B7517EC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2">
            <a:extLst>
              <a:ext uri="{FF2B5EF4-FFF2-40B4-BE49-F238E27FC236}">
                <a16:creationId xmlns:a16="http://schemas.microsoft.com/office/drawing/2014/main" id="{4E8E4512-AB24-4C46-B7D3-98AFC776EB30}"/>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73">
            <a:extLst>
              <a:ext uri="{FF2B5EF4-FFF2-40B4-BE49-F238E27FC236}">
                <a16:creationId xmlns:a16="http://schemas.microsoft.com/office/drawing/2014/main" id="{8FB67B40-BE1C-4545-A4C2-8EDF9B483CAD}"/>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74">
            <a:extLst>
              <a:ext uri="{FF2B5EF4-FFF2-40B4-BE49-F238E27FC236}">
                <a16:creationId xmlns:a16="http://schemas.microsoft.com/office/drawing/2014/main" id="{4FBB6C4B-1AD9-4584-98B0-42EB2C39969F}"/>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75">
            <a:extLst>
              <a:ext uri="{FF2B5EF4-FFF2-40B4-BE49-F238E27FC236}">
                <a16:creationId xmlns:a16="http://schemas.microsoft.com/office/drawing/2014/main" id="{315F4217-3DD4-49F3-83DC-3EF4E4479CBB}"/>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BA798583-6716-49F3-81C9-E1C8B0CDE567}"/>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76">
            <a:extLst>
              <a:ext uri="{FF2B5EF4-FFF2-40B4-BE49-F238E27FC236}">
                <a16:creationId xmlns:a16="http://schemas.microsoft.com/office/drawing/2014/main" id="{C69162BF-334C-4C09-BB76-8F61172C86BD}"/>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7">
            <a:extLst>
              <a:ext uri="{FF2B5EF4-FFF2-40B4-BE49-F238E27FC236}">
                <a16:creationId xmlns:a16="http://schemas.microsoft.com/office/drawing/2014/main" id="{478E81A1-C655-47D6-84C1-477F2E7C3B84}"/>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2658410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15</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23</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24</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32</a:t>
            </a:r>
            <a:endParaRPr sz="1300" b="0">
              <a:solidFill>
                <a:schemeClr val="accent3"/>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78">
            <a:extLst>
              <a:ext uri="{FF2B5EF4-FFF2-40B4-BE49-F238E27FC236}">
                <a16:creationId xmlns:a16="http://schemas.microsoft.com/office/drawing/2014/main" id="{B6BBED5C-78E2-4509-BF55-CBFA367A1FD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79">
            <a:extLst>
              <a:ext uri="{FF2B5EF4-FFF2-40B4-BE49-F238E27FC236}">
                <a16:creationId xmlns:a16="http://schemas.microsoft.com/office/drawing/2014/main" id="{3B3EE3DA-99E1-4784-BEFA-6EF98DDE17B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0">
            <a:extLst>
              <a:ext uri="{FF2B5EF4-FFF2-40B4-BE49-F238E27FC236}">
                <a16:creationId xmlns:a16="http://schemas.microsoft.com/office/drawing/2014/main" id="{BBD5A793-FDD8-44CD-B715-3B887ABB3D6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1">
            <a:extLst>
              <a:ext uri="{FF2B5EF4-FFF2-40B4-BE49-F238E27FC236}">
                <a16:creationId xmlns:a16="http://schemas.microsoft.com/office/drawing/2014/main" id="{E57DBCCA-1C44-4D56-9BA2-0FF54F2A90E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2">
            <a:extLst>
              <a:ext uri="{FF2B5EF4-FFF2-40B4-BE49-F238E27FC236}">
                <a16:creationId xmlns:a16="http://schemas.microsoft.com/office/drawing/2014/main" id="{063A8A65-1805-46BF-8053-BC50D4C756B1}"/>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33</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5248F911-1D8F-4E44-AD67-522EB0F14FB5}"/>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647819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34</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5332</Words>
  <Application>Microsoft Office PowerPoint</Application>
  <PresentationFormat>사용자 지정</PresentationFormat>
  <Paragraphs>871</Paragraphs>
  <Slides>34</Slides>
  <Notes>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34</vt:i4>
      </vt:variant>
    </vt:vector>
  </HeadingPairs>
  <TitlesOfParts>
    <vt:vector size="38"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2026-10-25T23:56:57Z</dcterms:modified>
  <cp:version/>
</cp:coreProperties>
</file>