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9963aadc3c84e46" /><Relationship Type="http://schemas.openxmlformats.org/officeDocument/2006/relationships/extended-properties" Target="/docProps/app.xml" Id="R40825642bb094187" /><Relationship Type="http://schemas.openxmlformats.org/officeDocument/2006/relationships/officeDocument" Target="/ppt/presentation.xml" Id="Ra650acdbb07d4a31" /></Relationships>
</file>

<file path=ppt/presentation.xml><?xml version="1.0" encoding="utf-8"?>
<p:presentation xmlns:p="http://schemas.openxmlformats.org/presentationml/2006/main">
  <p:sldMasterIdLst>
    <p:sldMasterId xmlns:r="http://schemas.openxmlformats.org/officeDocument/2006/relationships" id="2147483648" r:id="Rba9aec25c7ca4ffb"/>
  </p:sldMasterIdLst>
  <p:notesMasterIdLst>
    <p:notesMasterId xmlns:r="http://schemas.openxmlformats.org/officeDocument/2006/relationships" r:id="R8352e18ef55848dc"/>
  </p:notesMasterIdLst>
  <p:sldIdLst>
    <p:sldId xmlns:r="http://schemas.openxmlformats.org/officeDocument/2006/relationships" id="256" r:id="R36eb664c57c94a29"/>
    <p:sldId xmlns:r="http://schemas.openxmlformats.org/officeDocument/2006/relationships" id="257" r:id="R8a470bdb52ce4f32"/>
    <p:sldId xmlns:r="http://schemas.openxmlformats.org/officeDocument/2006/relationships" id="258" r:id="R62a579c7f11e452e"/>
    <p:sldId xmlns:r="http://schemas.openxmlformats.org/officeDocument/2006/relationships" id="259" r:id="R413f7883f8654ad7"/>
    <p:sldId xmlns:r="http://schemas.openxmlformats.org/officeDocument/2006/relationships" id="260" r:id="R925d209731ab437b"/>
    <p:sldId xmlns:r="http://schemas.openxmlformats.org/officeDocument/2006/relationships" id="261" r:id="R90d24d5af4c940cc"/>
    <p:sldId xmlns:r="http://schemas.openxmlformats.org/officeDocument/2006/relationships" id="262" r:id="R90047a4a063e49ac"/>
  </p:sldIdLst>
  <p:sldSz cx="13716000" cy="771525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822e43becd24d2c" /><Relationship Type="http://schemas.openxmlformats.org/officeDocument/2006/relationships/slideMaster" Target="/ppt/slideMasters/slideMaster1.xml" Id="Rba9aec25c7ca4ffb" /><Relationship Type="http://schemas.openxmlformats.org/officeDocument/2006/relationships/notesMaster" Target="/ppt/notesMasters/notesMaster1.xml" Id="R8352e18ef55848dc" /><Relationship Type="http://schemas.openxmlformats.org/officeDocument/2006/relationships/presProps" Target="/ppt/presProps.xml" Id="Ra34dc95ec4e34c5a" /><Relationship Type="http://schemas.openxmlformats.org/officeDocument/2006/relationships/viewProps" Target="/ppt/viewProps.xml" Id="Rbed83063c2de4217" /><Relationship Type="http://schemas.openxmlformats.org/officeDocument/2006/relationships/tableStyles" Target="/ppt/tableStyles.xml" Id="R750211f8a2e94324" /><Relationship Type="http://schemas.openxmlformats.org/officeDocument/2006/relationships/slide" Target="/ppt/slides/slide1.xml" Id="R36eb664c57c94a29" /><Relationship Type="http://schemas.openxmlformats.org/officeDocument/2006/relationships/slide" Target="/ppt/slides/slide2.xml" Id="R8a470bdb52ce4f32" /><Relationship Type="http://schemas.openxmlformats.org/officeDocument/2006/relationships/slide" Target="/ppt/slides/slide3.xml" Id="R62a579c7f11e452e" /><Relationship Type="http://schemas.openxmlformats.org/officeDocument/2006/relationships/slide" Target="/ppt/slides/slide4.xml" Id="R413f7883f8654ad7" /><Relationship Type="http://schemas.openxmlformats.org/officeDocument/2006/relationships/slide" Target="/ppt/slides/slide5.xml" Id="R925d209731ab437b" /><Relationship Type="http://schemas.openxmlformats.org/officeDocument/2006/relationships/slide" Target="/ppt/slides/slide6.xml" Id="R90d24d5af4c940cc" /><Relationship Type="http://schemas.openxmlformats.org/officeDocument/2006/relationships/slide" Target="/ppt/slides/slide7.xml" Id="R90047a4a063e49a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868f7bfa2648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07ce1f17aa441d" /><Relationship Type="http://schemas.openxmlformats.org/officeDocument/2006/relationships/notesMaster" Target="/ppt/notesMasters/notesMaster1.xml" Id="Rfd50ef450f1442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6c5420eb1f445e0" /><Relationship Type="http://schemas.openxmlformats.org/officeDocument/2006/relationships/notesMaster" Target="/ppt/notesMasters/notesMaster1.xml" Id="Rf69286f30e1e4f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7617f813f44ebf" /><Relationship Type="http://schemas.openxmlformats.org/officeDocument/2006/relationships/notesMaster" Target="/ppt/notesMasters/notesMaster1.xml" Id="Rad154ca5e9b049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3ec2c1af964370" /><Relationship Type="http://schemas.openxmlformats.org/officeDocument/2006/relationships/notesMaster" Target="/ppt/notesMasters/notesMaster1.xml" Id="R0770449a44cd4f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7fbe2411ce4574" /><Relationship Type="http://schemas.openxmlformats.org/officeDocument/2006/relationships/notesMaster" Target="/ppt/notesMasters/notesMaster1.xml" Id="R8b52776625774c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44a51261854c82" /><Relationship Type="http://schemas.openxmlformats.org/officeDocument/2006/relationships/notesMaster" Target="/ppt/notesMasters/notesMaster1.xml" Id="Rfda9107653d34175" /></Relationships>
</file>

<file path=ppt/notesSlides/_rels/notesSlide7.xml.rels>&#65279;<?xml version="1.0" encoding="utf-8"?><Relationships xmlns="http://schemas.openxmlformats.org/package/2006/relationships"><Relationship Type="http://schemas.openxmlformats.org/officeDocument/2006/relationships/slide" Target="/ppt/slides/slide7.xml" Id="R1733244f133c4527" /><Relationship Type="http://schemas.openxmlformats.org/officeDocument/2006/relationships/notesMaster" Target="/ppt/notesMasters/notesMaster1.xml" Id="R2c5261e936e546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(32초)</a:t>
            </a:r>
          </a:p>
          <a:p xmlns:a="http://schemas.openxmlformats.org/drawingml/2006/main">
            <a:r>
              <a:t>여러 모델에 같은 FAQ 문제를 주고 정답과 환각을 전수 평가했습니다. 단순 답변뿐 아니라 유사 문서 구분, 조건과 예외, 근거가 없을 때의 보류, 멀티턴과 공격 대응을 봤습니다. 큰 모델은 정확도가 높아도 동시 서빙 부담이 있었습니다. 이후 4B를 다시 평가했을 때 Gemma가 조금 더 정확했지만, Qwen은 오답의36.6%가 과잉 보류여서 프롬프트로 고칠 여지를 보고 튜닝 대상으로 골랐습니다.</a:t>
            </a:r>
          </a:p>
          <a:p xmlns:a="http://schemas.openxmlformats.org/drawingml/2006/main">
            <a:r>
              <a:t/>
            </a:r>
          </a:p>
          <a:p xmlns:a="http://schemas.openxmlformats.org/drawingml/2006/main">
            <a:r>
              <a:t>비교 조건과 해석</a:t>
            </a:r>
          </a:p>
          <a:p xmlns:a="http://schemas.openxmlformats.org/drawingml/2006/main">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xmlns:a="http://schemas.openxmlformats.org/drawingml/2006/main">
            <a:r>
              <a:t/>
            </a:r>
          </a:p>
          <a:p xmlns:a="http://schemas.openxmlformats.org/drawingml/2006/main">
            <a:r>
              <a:t>근거</a:t>
            </a:r>
          </a:p>
          <a:p xmlns:a="http://schemas.openxmlformats.org/drawingml/2006/main">
            <a:r>
              <a:t>C:/Ureka/ureca_project2/LLM_Test/model_test_v2/try1/results/all_summary.md</a:t>
            </a:r>
          </a:p>
          <a:p xmlns:a="http://schemas.openxmlformats.org/drawingml/2006/main">
            <a:r>
              <a:t>C:/Ureka/ureca_project2/LLM_Test/model_test_v2/try2/results/all_summary.md</a:t>
            </a:r>
          </a:p>
          <a:p xmlns:a="http://schemas.openxmlformats.org/drawingml/2006/main">
            <a:r>
              <a:t>C:/Ureka/ureca_project2/LLM_Test/model_test_v3/try1/results/all_summary.md</a:t>
            </a:r>
          </a:p>
          <a:p xmlns:a="http://schemas.openxmlformats.org/drawingml/2006/main">
            <a:r>
              <a:t>C:/Ureka/ureca_project2/LLM_Test/model_test_v3/try1/results/summary/model_selection.md</a:t>
            </a:r>
          </a:p>
          <a:p xmlns:a="http://schemas.openxmlformats.org/drawingml/2006/main">
            <a:r>
              <a:t>C:/Ureka/ureca_project2/LLM_Test/model_test_v4/try1/results/summary/brief_report.md</a:t>
            </a:r>
          </a:p>
          <a:p xmlns:a="http://schemas.openxmlformats.org/drawingml/2006/main">
            <a:r>
              <a:t>C:/Ureka/ureca_project2/LLM_Test/model_test_v4/try1/results/summary/tuning_target_decision.md</a:t>
            </a:r>
          </a:p>
          <a:p xmlns:a="http://schemas.openxmlformats.org/drawingml/2006/main">
            <a:r>
              <a:t>C:/Ureka/ureca_project2/LLM_Test/servingtest/l4/reports/L4_MULTIMODEL_RESULTS_20261006.md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(29초)</a:t>
            </a:r>
          </a:p>
          <a:p xmlns:a="http://schemas.openxmlformats.org/drawingml/2006/main">
            <a:r>
              <a:t>OFF를 튜닝한 뒤에도 Instruct의 정답 이점이 남았습니다. 기본 프롬프트만 적용한 Instruct Q4가 마지막 OFF 튜닝보다 공통 표본에서 더 정확했습니다. Q8은 전체 평가에서 정확도와 환각 차이가 유의하지 않았지만 응답 시간과 가중치 용량이 늘었습니다. 그래서 Q4를 택하고, 남은 추측성 덧붙임을 프롬프트로 교정했습니다.</a:t>
            </a:r>
          </a:p>
          <a:p xmlns:a="http://schemas.openxmlformats.org/drawingml/2006/main">
            <a:r>
              <a:t/>
            </a:r>
          </a:p>
          <a:p xmlns:a="http://schemas.openxmlformats.org/drawingml/2006/main">
            <a:r>
              <a:t>비교 조건과 해석</a:t>
            </a:r>
          </a:p>
          <a:p xmlns:a="http://schemas.openxmlformats.org/drawingml/2006/main">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xmlns:a="http://schemas.openxmlformats.org/drawingml/2006/main">
            <a:r>
              <a:t/>
            </a:r>
          </a:p>
          <a:p xmlns:a="http://schemas.openxmlformats.org/drawingml/2006/main">
            <a:r>
              <a:t>근거</a:t>
            </a:r>
          </a:p>
          <a:p xmlns:a="http://schemas.openxmlformats.org/drawingml/2006/main">
            <a:r>
              <a:t>C:/Ureka/ureca_project2/LLM_Test/presentation_work/revision_20261026_feedback1/slide_metrics.json</a:t>
            </a:r>
          </a:p>
          <a:p xmlns:a="http://schemas.openxmlformats.org/drawingml/2006/main">
            <a:r>
              <a:t>C:/Ureka/ureca_project2/LLM_Test/presentation_work/evidence_20261026/off_tuned_vs_instruct.json</a:t>
            </a:r>
          </a:p>
          <a:p xmlns:a="http://schemas.openxmlformats.org/drawingml/2006/main">
            <a:r>
              <a:t>C:/Ureka/ureca_project2/LLM_Test/model_test_v5/try1/results/summary/quantization_decision.md</a:t>
            </a:r>
          </a:p>
          <a:p xmlns:a="http://schemas.openxmlformats.org/drawingml/2006/main">
            <a:r>
              <a:t>C:/Ureka/ureca_project2/LLM_Test/model_test_v5/try1/results/summary/cause_breakdown.md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xmlns:a="http://schemas.openxmlformats.org/drawingml/2006/main">
            <a:r>
              <a:t/>
            </a:r>
          </a:p>
          <a:p xmlns:a="http://schemas.openxmlformats.org/drawingml/2006/main">
            <a:r>
              <a:t>비교 조건과 해석</a:t>
            </a:r>
          </a:p>
          <a:p xmlns:a="http://schemas.openxmlformats.org/drawingml/2006/main">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xmlns:a="http://schemas.openxmlformats.org/drawingml/2006/main">
            <a:r>
              <a:t/>
            </a:r>
          </a:p>
          <a:p xmlns:a="http://schemas.openxmlformats.org/drawingml/2006/main">
            <a:r>
              <a:t>근거</a:t>
            </a:r>
          </a:p>
          <a:p xmlns:a="http://schemas.openxmlformats.org/drawingml/2006/main">
            <a:r>
              <a:t>C:/Ureka/ureca_project2/LLM_Test/prompts_test_v7/try1/results/llm_judge/pv7-try1_variant_compare_vs_v4_base.md</a:t>
            </a:r>
          </a:p>
          <a:p xmlns:a="http://schemas.openxmlformats.org/drawingml/2006/main">
            <a:r>
              <a:t>C:/Ureka/ureca_project2/LLM_Test/prompts_test_v7/try1/results/summary/failure_analysis.md</a:t>
            </a:r>
          </a:p>
          <a:p xmlns:a="http://schemas.openxmlformats.org/drawingml/2006/main">
            <a:r>
              <a:t>C:/Ureka/ureca_project2/LLM_Test/prompts_test_v7/SETUP.md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여러 질문을 나누고 생략된 대상을 복원하기 위해 판정 모델을 도입했습니다. 분리나 멀티턴 표지가 없는 질문은 먼저 원문으로 검색하고, 기준을 통과하면 판정을 건너뜁니다. 질문 분리100건 전체에서 필요한FAQ를 모두 찾은 문항은 판정 없이69건, 초기 판정81건, 개선 판정84건입니다. 질문 개수를 맞게 나눈 문항도81건에서90건이 됐습니다. 이는 답변 정확도가 아니라 검색과 분리 성능입니다.</a:t>
            </a:r>
          </a:p>
          <a:p xmlns:a="http://schemas.openxmlformats.org/drawingml/2006/main">
            <a:r>
              <a:t/>
            </a:r>
          </a:p>
          <a:p xmlns:a="http://schemas.openxmlformats.org/drawingml/2006/main">
            <a:r>
              <a:t>비교 조건과 해석</a:t>
            </a:r>
          </a:p>
          <a:p xmlns:a="http://schemas.openxmlformats.org/drawingml/2006/main">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C:/Ureka/ureca_project2/eval_205_multiturn/docs-evaluation/2026-10-16-split/final/split/split-analysis.json</a:t>
            </a:r>
          </a:p>
          <a:p xmlns:a="http://schemas.openxmlformats.org/drawingml/2006/main">
            <a:r>
              <a:t>C:/Ureka/ureca_project2/LLM_Test/presentation_work/revision_20261026_feedback1/feedback_metrics.json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(30초)</a:t>
            </a:r>
          </a:p>
          <a:p xmlns:a="http://schemas.openxmlformats.org/drawingml/2006/main">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xmlns:a="http://schemas.openxmlformats.org/drawingml/2006/main">
            <a:r>
              <a:t/>
            </a:r>
          </a:p>
          <a:p xmlns:a="http://schemas.openxmlformats.org/drawingml/2006/main">
            <a:r>
              <a:t>비교 조건과 해석</a:t>
            </a:r>
          </a:p>
          <a:p xmlns:a="http://schemas.openxmlformats.org/drawingml/2006/main">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xmlns:a="http://schemas.openxmlformats.org/drawingml/2006/main">
            <a:r>
              <a:t/>
            </a:r>
          </a:p>
          <a:p xmlns:a="http://schemas.openxmlformats.org/drawingml/2006/main">
            <a:r>
              <a:t>근거</a:t>
            </a:r>
          </a:p>
          <a:p xmlns:a="http://schemas.openxmlformats.org/drawingml/2006/main">
            <a:r>
              <a:t>C:/Ureka/ureca_project2/BackEnd/docs/질문분리_멀티턴_테스트_보고서.md</a:t>
            </a:r>
          </a:p>
          <a:p xmlns:a="http://schemas.openxmlformats.org/drawingml/2006/main">
            <a:r>
              <a:t>C:/Ureka/ureca_project2/eval_205_multiturn/docs-evaluation/2026-10-15-keep-search/HANDOFF.md</a:t>
            </a:r>
          </a:p>
          <a:p xmlns:a="http://schemas.openxmlformats.org/drawingml/2006/main">
            <a:r>
              <a:t>C:/Ureka/ureca_project2/LLM_Test/presentation_work/evidence_20261026/recomputed_metrics.json</a:t>
            </a:r>
          </a:p>
          <a:p xmlns:a="http://schemas.openxmlformats.org/drawingml/2006/main">
            <a:r>
              <a:t>C:/Ureka/ureca_project2/LLM_Test/presentation_work/revision_20261026_feedback1/slide_metrics.json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(31초)</a:t>
            </a:r>
          </a:p>
          <a:p xmlns:a="http://schemas.openxmlformats.org/drawingml/2006/main">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xmlns:a="http://schemas.openxmlformats.org/drawingml/2006/main">
            <a:r>
              <a:t/>
            </a:r>
          </a:p>
          <a:p xmlns:a="http://schemas.openxmlformats.org/drawingml/2006/main">
            <a:r>
              <a:t>비교 조건과 해석</a:t>
            </a:r>
          </a:p>
          <a:p xmlns:a="http://schemas.openxmlformats.org/drawingml/2006/main">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xmlns:a="http://schemas.openxmlformats.org/drawingml/2006/main">
            <a:r>
              <a:t/>
            </a:r>
          </a:p>
          <a:p xmlns:a="http://schemas.openxmlformats.org/drawingml/2006/main">
            <a:r>
              <a:t>근거</a:t>
            </a:r>
          </a:p>
          <a:p xmlns:a="http://schemas.openxmlformats.org/drawingml/2006/main">
            <a:r>
              <a:t>C:/Ureka/ureca_project2/LLM_Test/presentation_work/revision_20261026_feedback1/derive_slide_metrics.py</a:t>
            </a:r>
          </a:p>
          <a:p xmlns:a="http://schemas.openxmlformats.org/drawingml/2006/main">
            <a:r>
              <a:t>C:/Ureka/ureca_project2/LLM_Test/presentation_work/revision_20261026_feedback1/slide_metrics.json</a:t>
            </a:r>
          </a:p>
          <a:p xmlns:a="http://schemas.openxmlformats.org/drawingml/2006/main">
            <a:r>
              <a:t>C:/Ureka/ureca_project2/LLM_Test/pipeline_test_v4/try2/results/all_summary.md</a:t>
            </a:r>
          </a:p>
          <a:p xmlns:a="http://schemas.openxmlformats.org/drawingml/2006/main">
            <a:r>
              <a:t>C:/Ureka/ureca_project2/LLM_Test/pipeline_test_v1/try1/results/interim_summary.md</a:t>
            </a:r>
          </a:p>
          <a:p xmlns:a="http://schemas.openxmlformats.org/drawingml/2006/main">
            <a:r>
              <a:t>C:/Ureka/ureca_project2/LLM_Test/pipeline_test_v5/try1/results/all_summary.md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메모 (24초)</a:t>
            </a:r>
          </a:p>
          <a:p xmlns:a="http://schemas.openxmlformats.org/drawingml/2006/main">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xmlns:a="http://schemas.openxmlformats.org/drawingml/2006/main">
            <a:r>
              <a:t/>
            </a:r>
          </a:p>
          <a:p xmlns:a="http://schemas.openxmlformats.org/drawingml/2006/main">
            <a:r>
              <a:t>비교 조건과 해석</a:t>
            </a:r>
          </a:p>
          <a:p xmlns:a="http://schemas.openxmlformats.org/drawingml/2006/main">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xmlns:a="http://schemas.openxmlformats.org/drawingml/2006/main">
            <a:r>
              <a:t/>
            </a:r>
          </a:p>
          <a:p xmlns:a="http://schemas.openxmlformats.org/drawingml/2006/main">
            <a:r>
              <a:t>근거</a:t>
            </a:r>
          </a:p>
          <a:p xmlns:a="http://schemas.openxmlformats.org/drawingml/2006/main">
            <a:r>
              <a:t>C:/Ureka/ureca_project2/BackEnd/src/main/resources/application.yml</a:t>
            </a:r>
          </a:p>
          <a:p xmlns:a="http://schemas.openxmlformats.org/drawingml/2006/main">
            <a:r>
              <a:t>C:/Ureka/ureca_project2/BackEnd/src/main/java/com/ubot/retention/scheduler/DataRetentionScheduler.java</a:t>
            </a:r>
          </a:p>
          <a:p xmlns:a="http://schemas.openxmlformats.org/drawingml/2006/main">
            <a:r>
              <a:t>C:/Ureka/ureca_project2/BackEnd/src/main/resources/db/migration/R__purge_expired_data.sql</a:t>
            </a:r>
          </a:p>
          <a:p xmlns:a="http://schemas.openxmlformats.org/drawingml/2006/main">
            <a:r>
              <a:t>C:/Ureka/ureca_project2/LLM_Test/presentation_work/evidence_20261026/evidence_review.json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6d82d436474f8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fe36d58bc142df" /><Relationship Type="http://schemas.openxmlformats.org/officeDocument/2006/relationships/slideLayout" Target="/ppt/slideLayouts/slideLayout1.xml" Id="Re81542f825dd48f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542f825dd48f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2fec6c796e4ce3" /><Relationship Type="http://schemas.openxmlformats.org/officeDocument/2006/relationships/chart" Target="/ppt/slides/charts/chart1.xml" Id="R462b7c6d5f6f4347" /><Relationship Type="http://schemas.openxmlformats.org/officeDocument/2006/relationships/notesSlide" Target="/ppt/notesSlides/notesSlide1.xml" Id="R6c7fb562efec46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6622ea0c0045a0" /><Relationship Type="http://schemas.openxmlformats.org/officeDocument/2006/relationships/notesSlide" Target="/ppt/notesSlides/notesSlide2.xml" Id="R59796efd28f64c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ab78d2e6c14f9b" /><Relationship Type="http://schemas.openxmlformats.org/officeDocument/2006/relationships/chart" Target="/ppt/slides/charts/chart2.xml" Id="R6f9c2e1e07cf4de2" /><Relationship Type="http://schemas.openxmlformats.org/officeDocument/2006/relationships/notesSlide" Target="/ppt/notesSlides/notesSlide3.xml" Id="R22b39eae4c9345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ec1a581902425b" /><Relationship Type="http://schemas.openxmlformats.org/officeDocument/2006/relationships/notesSlide" Target="/ppt/notesSlides/notesSlide4.xml" Id="R42cc117802a149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a4997f18986494c" /><Relationship Type="http://schemas.openxmlformats.org/officeDocument/2006/relationships/notesSlide" Target="/ppt/notesSlides/notesSlide5.xml" Id="Rbc4004fe0b9c4f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8276cec4a54697" /><Relationship Type="http://schemas.openxmlformats.org/officeDocument/2006/relationships/notesSlide" Target="/ppt/notesSlides/notesSlide6.xml" Id="R482b6aa075614c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823bee55384f90" /><Relationship Type="http://schemas.openxmlformats.org/officeDocument/2006/relationships/notesSlide" Target="/ppt/notesSlides/notesSlide7.xml" Id="R7dff951398df48d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완료 RPS</c:v>
          </c:tx>
          <c:spPr>
            <a:solidFill xmlns:a="http://schemas.openxmlformats.org/drawingml/2006/main">
              <a:srgbClr val="F72585"/>
            </a:solidFill>
          </c:spPr>
          <c:invertIfNegative val="0"/>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12"/>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3"/>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기본 프롬프트</c:v>
          </c:tx>
          <c:spPr>
            <a:solidFill xmlns:a="http://schemas.openxmlformats.org/drawingml/2006/main">
              <a:srgbClr val="B9BAC1"/>
            </a:solidFill>
          </c:spPr>
          <c:invertIfNegative val="0"/>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ser>
        <c:ser>
          <c:idx val="1"/>
          <c:order val="1"/>
          <c:tx>
            <c:v>개선 프롬프트</c:v>
          </c:tx>
          <c:spPr>
            <a:solidFill xmlns:a="http://schemas.openxmlformats.org/drawingml/2006/main">
              <a:srgbClr val="F72585"/>
            </a:solidFill>
          </c:spPr>
          <c:invertIfNegative val="0"/>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7171A"/>
                  </a:solidFill>
                  <a:latin typeface="맑은 고딕"/>
                  <a:ea typeface="맑은 고딕"/>
                  <a:cs typeface="맑은 고딕"/>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DDE1"/>
            </a:solidFill>
          </a:ln>
        </c:spPr>
        <c:txPr>
          <a:bodyPr xmlns:a="http://schemas.openxmlformats.org/drawingml/2006/main" anchorCtr="1"/>
          <a:lstStyle xmlns:a="http://schemas.openxmlformats.org/drawingml/2006/main"/>
          <a:p xmlns:a="http://schemas.openxmlformats.org/drawingml/2006/main">
            <a:pPr>
              <a:defRPr sz="1425">
                <a:solidFill>
                  <a:srgbClr val="17171A"/>
                </a:solidFill>
                <a:latin typeface="맑은 고딕"/>
                <a:ea typeface="맑은 고딕"/>
                <a:cs typeface="맑은 고딕"/>
              </a:defRPr>
            </a:pPr>
          </a:p>
        </c:txPr>
        <c:crossAx val="48672768"/>
      </c:catAx>
      <c:valAx>
        <c:axId val="48672768"/>
        <c:scaling>
          <c:orientation val="minMax"/>
          <c:max val="25"/>
          <c:min val="0"/>
        </c:scaling>
        <c:delete val="0"/>
        <c:axPos val="l"/>
        <c:majorGridlines>
          <c:spPr>
            <a:ln xmlns:a="http://schemas.openxmlformats.org/drawingml/2006/main" w="6668">
              <a:solidFill>
                <a:srgbClr val="DDDDE1"/>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86B72"/>
                </a:solidFill>
                <a:latin typeface="맑은 고딕"/>
                <a:ea typeface="맑은 고딕"/>
                <a:cs typeface="맑은 고딕"/>
              </a:defRPr>
            </a:pPr>
          </a:p>
        </c:txPr>
        <c:crossAx val="48650112"/>
        <c:crossBetween val="between"/>
        <c:majorUnit val="5"/>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686B72"/>
              </a:solidFill>
              <a:latin typeface="맑은 고딕"/>
              <a:ea typeface="맑은 고딕"/>
              <a:cs typeface="맑은 고딕"/>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5" name="own-text-1">
            <a:extLst xmlns:a="http://schemas.openxmlformats.org/drawingml/2006/main">
              <a:ext uri="{FF2B5EF4-FFF2-40B4-BE49-F238E27FC236}">
                <a16:creationId xmlns:a16="http://schemas.microsoft.com/office/drawing/2014/main" id="{AE967EDC-2ED5-4A17-BFD5-B60954EFF25A}"/>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xmlns:a="http://schemas.openxmlformats.org/drawingml/2006/main">
              <a:ext uri="{FF2B5EF4-FFF2-40B4-BE49-F238E27FC236}">
                <a16:creationId xmlns:a16="http://schemas.microsoft.com/office/drawing/2014/main" id="{7F4AC563-7E40-4E13-BE1D-34F5269DD7FA}"/>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1차 후보 선별과 4B 튜닝 대상 선정</a:t>
            </a:r>
          </a:p>
        </p:txBody>
      </p:sp>
      <p:sp>
        <p:nvSpPr>
          <p:cNvPr id="3" name="own-text-3">
            <a:extLst xmlns:a="http://schemas.openxmlformats.org/drawingml/2006/main">
              <a:ext uri="{FF2B5EF4-FFF2-40B4-BE49-F238E27FC236}">
                <a16:creationId xmlns:a16="http://schemas.microsoft.com/office/drawing/2014/main" id="{00DA5112-0168-43B7-9B41-C445A6195AE6}"/>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초기 9종에서 후보를 줄인 뒤, 7종·11설정을 전수 평가한 정답률과 환각률</a:t>
            </a:r>
          </a:p>
        </p:txBody>
      </p:sp>
      <p:sp>
        <p:nvSpPr>
          <p:cNvPr id="4" name="own-text-4">
            <a:extLst xmlns:a="http://schemas.openxmlformats.org/drawingml/2006/main">
              <a:ext uri="{FF2B5EF4-FFF2-40B4-BE49-F238E27FC236}">
                <a16:creationId xmlns:a16="http://schemas.microsoft.com/office/drawing/2014/main" id="{0C9AD662-0F72-4968-990C-2D0E53BBAC2B}"/>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xmlns:a="http://schemas.openxmlformats.org/drawingml/2006/main">
              <a:ext uri="{FF2B5EF4-FFF2-40B4-BE49-F238E27FC236}">
                <a16:creationId xmlns:a16="http://schemas.microsoft.com/office/drawing/2014/main" id="{8D5A3C4E-B084-4EC1-BB28-3B7EEEDD6DB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01</a:t>
            </a:r>
          </a:p>
        </p:txBody>
      </p:sp>
      <p:sp>
        <p:nvSpPr>
          <p:cNvPr id="6" name="own-text-6">
            <a:extLst xmlns:a="http://schemas.openxmlformats.org/drawingml/2006/main">
              <a:ext uri="{FF2B5EF4-FFF2-40B4-BE49-F238E27FC236}">
                <a16:creationId xmlns:a16="http://schemas.microsoft.com/office/drawing/2014/main" id="{9C31C563-8238-453F-A67A-CE376508C0CE}"/>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
            <a:extLst xmlns:a="http://schemas.openxmlformats.org/drawingml/2006/main">
              <a:ext uri="{FF2B5EF4-FFF2-40B4-BE49-F238E27FC236}">
                <a16:creationId xmlns:a16="http://schemas.microsoft.com/office/drawing/2014/main" id="{80EC0331-9BC0-4A05-88EB-001017D57CCF}"/>
              </a:ext>
            </a:extLst>
          </p:cNvPr>
          <p:cNvGraphicFramePr/>
          <p:nvPr/>
        </p:nvGraphicFramePr>
        <p:xfrm>
          <a:off xmlns:a="http://schemas.openxmlformats.org/drawingml/2006/main" x="628650" y="2076450"/>
          <a:ext xmlns:a="http://schemas.openxmlformats.org/drawingml/2006/main" cx="7239000" cy="3886200"/>
        </p:xfrm>
        <a:graphic xmlns:a="http://schemas.openxmlformats.org/drawingml/2006/main">
          <a:graphicData uri="http://schemas.openxmlformats.org/drawingml/2006/table">
            <a:tbl>
              <a:tblPr/>
              <a:tblGrid>
                <a:gridCol w="2143125"/>
                <a:gridCol w="1143000"/>
                <a:gridCol w="1143000"/>
                <a:gridCol w="2809875"/>
              </a:tblGrid>
              <a:tr h="323850">
                <a:tc>
                  <a:txBody>
                    <a:bodyPr>
                      <a:noAutofit/>
                    </a:bodyPr>
                    <a:lstStyle/>
                    <a:p>
                      <a:r>
                        <a:rPr sz="1373" b="1">
                          <a:solidFill>
                            <a:srgbClr val="FFFFFF"/>
                          </a:solidFill>
                          <a:latin typeface="맑은 고딕"/>
                          <a:ea typeface="맑은 고딕"/>
                          <a:cs typeface="맑은 고딕"/>
                        </a:rPr>
                        <a:t>300문항 전수 평가</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373" b="1">
                          <a:solidFill>
                            <a:srgbClr val="FFFFFF"/>
                          </a:solidFill>
                          <a:latin typeface="맑은 고딕"/>
                          <a:ea typeface="맑은 고딕"/>
                          <a:cs typeface="맑은 고딕"/>
                        </a:rPr>
                        <a:t>제외·후순위 근거</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23850">
                <a:tc>
                  <a:txBody>
                    <a:bodyPr>
                      <a:noAutofit/>
                    </a:bodyPr>
                    <a:lstStyle/>
                    <a:p>
                      <a:r>
                        <a:rPr sz="1373"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50.3%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답 없는 질문에 취약</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39.0%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72.3%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47.6초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59.7%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26.8%</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품질·지연 모두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37.3%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53.3%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보류 대상 88건 실패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64.0%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21.3%</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모델 크기·조건 판단</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75.6%</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24.7%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95% 응답 28.5초 이내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56.7%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내용 품질 부족</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29.0%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373" b="1">
                          <a:solidFill>
                            <a:srgbClr val="F72585"/>
                          </a:solidFill>
                          <a:latin typeface="맑은 고딕"/>
                          <a:ea typeface="맑은 고딕"/>
                          <a:cs typeface="맑은 고딕"/>
                        </a:rPr>
                        <a:t>이후 4B 튜닝 후보</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r h="323850">
                <a:tc>
                  <a:txBody>
                    <a:bodyPr>
                      <a:noAutofit/>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26.0%</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4B 튜닝 후 확장 후보</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23850">
                <a:tc>
                  <a:txBody>
                    <a:bodyPr>
                      <a:noAutofit/>
                    </a:bodyPr>
                    <a:lstStyle/>
                    <a:p>
                      <a:r>
                        <a:rPr sz="1373" b="0">
                          <a:solidFill>
                            <a:srgbClr val="17171A"/>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70.7%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23.7%</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373" b="0">
                          <a:solidFill>
                            <a:srgbClr val="17171A"/>
                          </a:solidFill>
                          <a:latin typeface="맑은 고딕"/>
                          <a:ea typeface="맑은 고딕"/>
                          <a:cs typeface="맑은 고딕"/>
                        </a:rPr>
                        <a:t>1차 MVP·서빙 부담 검토</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7">
            <a:extLst xmlns:a="http://schemas.openxmlformats.org/drawingml/2006/main">
              <a:ext uri="{FF2B5EF4-FFF2-40B4-BE49-F238E27FC236}">
                <a16:creationId xmlns:a16="http://schemas.microsoft.com/office/drawing/2014/main" id="{A5C5F16C-2D6D-48D7-A44A-9B89A56ED9AF}"/>
              </a:ext>
            </a:extLst>
          </p:cNvPr>
          <p:cNvSpPr>
            <a:spLocks xmlns:a="http://schemas.openxmlformats.org/drawingml/2006/main" noGrp="1"/>
          </p:cNvSpPr>
          <p:nvPr/>
        </p:nvSpPr>
        <p:spPr>
          <a:xfrm xmlns:a="http://schemas.openxmlformats.org/drawingml/2006/main">
            <a:off x="628650" y="60579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xmlns:a="http://schemas.openxmlformats.org/drawingml/2006/main">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xmlns:a="http://schemas.openxmlformats.org/drawingml/2006/main">
              <a:ext uri="{FF2B5EF4-FFF2-40B4-BE49-F238E27FC236}">
                <a16:creationId xmlns:a16="http://schemas.microsoft.com/office/drawing/2014/main" id="{65047C0D-A10D-4C85-A975-E5205FAF0DE6}"/>
              </a:ext>
            </a:extLst>
          </p:cNvPr>
          <p:cNvSpPr>
            <a:spLocks xmlns:a="http://schemas.openxmlformats.org/drawingml/2006/main" noGrp="1"/>
          </p:cNvSpPr>
          <p:nvPr/>
        </p:nvSpPr>
        <p:spPr>
          <a:xfrm xmlns:a="http://schemas.openxmlformats.org/drawingml/2006/main">
            <a:off x="8248650" y="2076450"/>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xmlns:a="http://schemas.openxmlformats.org/drawingml/2006/main">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4B 후보 재평가 (약 2,600건)</a:t>
            </a:r>
          </a:p>
        </p:txBody>
      </p:sp>
      <p:graphicFrame>
        <p:nvGraphicFramePr>
          <p:cNvPr id="10" name="">
            <a:extLst xmlns:a="http://schemas.openxmlformats.org/drawingml/2006/main">
              <a:ext uri="{FF2B5EF4-FFF2-40B4-BE49-F238E27FC236}">
                <a16:creationId xmlns:a16="http://schemas.microsoft.com/office/drawing/2014/main" id="{58431F0D-B9A0-4A41-B4E8-C52487AE5947}"/>
              </a:ext>
            </a:extLst>
          </p:cNvPr>
          <p:cNvGraphicFramePr/>
          <p:nvPr/>
        </p:nvGraphicFramePr>
        <p:xfrm>
          <a:off xmlns:a="http://schemas.openxmlformats.org/drawingml/2006/main" x="8248650" y="2514600"/>
          <a:ext xmlns:a="http://schemas.openxmlformats.org/drawingml/2006/main" cx="4857750" cy="1066800"/>
        </p:xfrm>
        <a:graphic xmlns:a="http://schemas.openxmlformats.org/drawingml/2006/main">
          <a:graphicData uri="http://schemas.openxmlformats.org/drawingml/2006/table">
            <a:tbl>
              <a:tblPr/>
              <a:tblGrid>
                <a:gridCol w="2381250"/>
                <a:gridCol w="1238250"/>
                <a:gridCol w="1238250"/>
              </a:tblGrid>
              <a:tr h="355600">
                <a:tc>
                  <a:txBody>
                    <a:bodyPr>
                      <a:noAutofit/>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정답률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448" b="1">
                          <a:solidFill>
                            <a:srgbClr val="FFFFFF"/>
                          </a:solidFill>
                          <a:latin typeface="맑은 고딕"/>
                          <a:ea typeface="맑은 고딕"/>
                          <a:cs typeface="맑은 고딕"/>
                        </a:rPr>
                        <a:t>환각률</a:t>
                      </a:r>
                    </a:p>
                  </a:txBody>
                  <a:tcPr marL="95250" marR="76200" marT="38100" marB="381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55600">
                <a:tc>
                  <a:txBody>
                    <a:bodyPr>
                      <a:noAutofit/>
                    </a:bodyPr>
                    <a:lstStyle/>
                    <a:p>
                      <a:r>
                        <a:rPr sz="1448" b="0">
                          <a:solidFill>
                            <a:srgbClr val="17171A"/>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65.1%</a:t>
                      </a:r>
                    </a:p>
                  </a:txBody>
                  <a:tcPr marL="95250" marR="76200" marT="38100" marB="38100" anchor="ctr">
                    <a:lnR w="6668">
                      <a:solidFill>
                        <a:srgbClr val="DDDDE1"/>
                      </a:solidFill>
                      <a:prstDash val="solid"/>
                    </a:lnR>
                    <a:lnB w="6668">
                      <a:solidFill>
                        <a:srgbClr val="DDDDE1"/>
                      </a:solidFill>
                      <a:prstDash val="solid"/>
                    </a:lnB>
                    <a:solidFill>
                      <a:srgbClr val="FFFFFF"/>
                    </a:solidFill>
                  </a:tcPr>
                </a:tc>
                <a:tc>
                  <a:txBody>
                    <a:bodyPr>
                      <a:noAutofit/>
                    </a:bodyPr>
                    <a:lstStyle/>
                    <a:p>
                      <a:r>
                        <a:rPr sz="1448" b="0">
                          <a:solidFill>
                            <a:srgbClr val="17171A"/>
                          </a:solidFill>
                          <a:latin typeface="맑은 고딕"/>
                          <a:ea typeface="맑은 고딕"/>
                          <a:cs typeface="맑은 고딕"/>
                        </a:rPr>
                        <a:t>24.1%</a:t>
                      </a:r>
                    </a:p>
                  </a:txBody>
                  <a:tcPr marL="95250" marR="76200" marT="38100" marB="38100" anchor="ctr">
                    <a:lnR w="6668">
                      <a:solidFill>
                        <a:srgbClr val="DDDDE1"/>
                      </a:solidFill>
                      <a:prstDash val="solid"/>
                    </a:lnR>
                    <a:lnB w="6668">
                      <a:solidFill>
                        <a:srgbClr val="DDDDE1"/>
                      </a:solidFill>
                      <a:prstDash val="solid"/>
                    </a:lnB>
                    <a:solidFill>
                      <a:srgbClr val="FFFFFF"/>
                    </a:solidFill>
                  </a:tcPr>
                </a:tc>
              </a:tr>
              <a:tr h="355600">
                <a:tc>
                  <a:txBody>
                    <a:bodyPr>
                      <a:noAutofit/>
                    </a:bodyPr>
                    <a:lstStyle/>
                    <a:p>
                      <a:r>
                        <a:rPr sz="1448"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63.0%</a:t>
                      </a:r>
                    </a:p>
                  </a:txBody>
                  <a:tcPr marL="95250" marR="76200" marT="38100" marB="38100" anchor="ctr">
                    <a:lnR w="6668">
                      <a:solidFill>
                        <a:srgbClr val="DDDDE1"/>
                      </a:solidFill>
                      <a:prstDash val="solid"/>
                    </a:lnR>
                    <a:lnB w="6668">
                      <a:solidFill>
                        <a:srgbClr val="DDDDE1"/>
                      </a:solidFill>
                      <a:prstDash val="solid"/>
                    </a:lnB>
                    <a:solidFill>
                      <a:srgbClr val="FFF1F7"/>
                    </a:solidFill>
                  </a:tcPr>
                </a:tc>
                <a:tc>
                  <a:txBody>
                    <a:bodyPr>
                      <a:noAutofit/>
                    </a:bodyPr>
                    <a:lstStyle/>
                    <a:p>
                      <a:r>
                        <a:rPr sz="1448" b="1">
                          <a:solidFill>
                            <a:srgbClr val="F72585"/>
                          </a:solidFill>
                          <a:latin typeface="맑은 고딕"/>
                          <a:ea typeface="맑은 고딕"/>
                          <a:cs typeface="맑은 고딕"/>
                        </a:rPr>
                        <a:t>22.0%</a:t>
                      </a:r>
                    </a:p>
                  </a:txBody>
                  <a:tcPr marL="95250" marR="76200" marT="38100" marB="381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1" name="own-text-9">
            <a:extLst xmlns:a="http://schemas.openxmlformats.org/drawingml/2006/main">
              <a:ext uri="{FF2B5EF4-FFF2-40B4-BE49-F238E27FC236}">
                <a16:creationId xmlns:a16="http://schemas.microsoft.com/office/drawing/2014/main" id="{C2EB0922-BE8A-4129-80DC-2BEB586F7151}"/>
              </a:ext>
            </a:extLst>
          </p:cNvPr>
          <p:cNvSpPr>
            <a:spLocks xmlns:a="http://schemas.openxmlformats.org/drawingml/2006/main" noGrp="1"/>
          </p:cNvSpPr>
          <p:nvPr/>
        </p:nvSpPr>
        <p:spPr>
          <a:xfrm xmlns:a="http://schemas.openxmlformats.org/drawingml/2006/main">
            <a:off x="8248650" y="3781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Gemma: 계산·조건 오류와 근거 밖 보충</a:t>
            </a:r>
          </a:p>
        </p:txBody>
      </p:sp>
      <p:sp>
        <p:nvSpPr>
          <p:cNvPr id="12" name="own-text-10">
            <a:extLst xmlns:a="http://schemas.openxmlformats.org/drawingml/2006/main">
              <a:ext uri="{FF2B5EF4-FFF2-40B4-BE49-F238E27FC236}">
                <a16:creationId xmlns:a16="http://schemas.microsoft.com/office/drawing/2014/main" id="{30C64088-77F3-4800-92C0-3503F49A7613}"/>
              </a:ext>
            </a:extLst>
          </p:cNvPr>
          <p:cNvSpPr>
            <a:spLocks xmlns:a="http://schemas.openxmlformats.org/drawingml/2006/main" noGrp="1"/>
          </p:cNvSpPr>
          <p:nvPr/>
        </p:nvSpPr>
        <p:spPr>
          <a:xfrm xmlns:a="http://schemas.openxmlformats.org/drawingml/2006/main">
            <a:off x="8248650" y="4238625"/>
            <a:ext cx="4857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1">
                <a:solidFill>
                  <a:srgbClr val="F72585"/>
                </a:solidFill>
                <a:latin typeface="맑은 고딕"/>
                <a:ea typeface="맑은 고딕"/>
                <a:cs typeface="맑은 고딕"/>
              </a:defRPr>
            </a:defPPr>
            <a:lvl1pPr algn="l">
              <a:defRPr sz="1598" b="1">
                <a:solidFill>
                  <a:srgbClr val="F72585"/>
                </a:solidFill>
                <a:latin typeface="맑은 고딕"/>
                <a:ea typeface="맑은 고딕"/>
                <a:cs typeface="맑은 고딕"/>
              </a:defRPr>
            </a:lvl1pPr>
            <a:lvl2pPr algn="l">
              <a:defRPr sz="1598" b="1">
                <a:solidFill>
                  <a:srgbClr val="F72585"/>
                </a:solidFill>
                <a:latin typeface="맑은 고딕"/>
                <a:ea typeface="맑은 고딕"/>
                <a:cs typeface="맑은 고딕"/>
              </a:defRPr>
            </a:lvl2pPr>
            <a:lvl3pPr algn="l">
              <a:defRPr sz="1598" b="1">
                <a:solidFill>
                  <a:srgbClr val="F72585"/>
                </a:solidFill>
                <a:latin typeface="맑은 고딕"/>
                <a:ea typeface="맑은 고딕"/>
                <a:cs typeface="맑은 고딕"/>
              </a:defRPr>
            </a:lvl3pPr>
            <a:lvl4pPr algn="l">
              <a:defRPr sz="1598" b="1">
                <a:solidFill>
                  <a:srgbClr val="F72585"/>
                </a:solidFill>
                <a:latin typeface="맑은 고딕"/>
                <a:ea typeface="맑은 고딕"/>
                <a:cs typeface="맑은 고딕"/>
              </a:defRPr>
            </a:lvl4pPr>
            <a:lvl5pPr algn="l">
              <a:defRPr sz="1598" b="1">
                <a:solidFill>
                  <a:srgbClr val="F72585"/>
                </a:solidFill>
                <a:latin typeface="맑은 고딕"/>
                <a:ea typeface="맑은 고딕"/>
                <a:cs typeface="맑은 고딕"/>
              </a:defRPr>
            </a:lvl5pPr>
            <a:lvl6pPr algn="l">
              <a:defRPr sz="1598" b="1">
                <a:solidFill>
                  <a:srgbClr val="F72585"/>
                </a:solidFill>
                <a:latin typeface="맑은 고딕"/>
                <a:ea typeface="맑은 고딕"/>
                <a:cs typeface="맑은 고딕"/>
              </a:defRPr>
            </a:lvl6pPr>
            <a:lvl7pPr algn="l">
              <a:defRPr sz="1598" b="1">
                <a:solidFill>
                  <a:srgbClr val="F72585"/>
                </a:solidFill>
                <a:latin typeface="맑은 고딕"/>
                <a:ea typeface="맑은 고딕"/>
                <a:cs typeface="맑은 고딕"/>
              </a:defRPr>
            </a:lvl7pPr>
            <a:lvl8pPr algn="l">
              <a:defRPr sz="1598" b="1">
                <a:solidFill>
                  <a:srgbClr val="F72585"/>
                </a:solidFill>
                <a:latin typeface="맑은 고딕"/>
                <a:ea typeface="맑은 고딕"/>
                <a:cs typeface="맑은 고딕"/>
              </a:defRPr>
            </a:lvl8pPr>
            <a:lvl9pPr algn="l">
              <a:defRPr sz="1598" b="1">
                <a:solidFill>
                  <a:srgbClr val="F72585"/>
                </a:solidFill>
                <a:latin typeface="맑은 고딕"/>
                <a:ea typeface="맑은 고딕"/>
                <a:cs typeface="맑은 고딕"/>
              </a:defRPr>
            </a:lvl9pPr>
          </a:lstStyle>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Qwen: 오답 중 과잉 보류 36.6%</a:t>
            </a:r>
          </a:p>
          <a:p xmlns:a="http://schemas.openxmlformats.org/drawingml/2006/main">
            <a:pPr algn="l">
              <a:defRPr sz="1598" b="1">
                <a:solidFill>
                  <a:srgbClr val="F72585"/>
                </a:solidFill>
                <a:latin typeface="맑은 고딕"/>
                <a:ea typeface="맑은 고딕"/>
                <a:cs typeface="맑은 고딕"/>
              </a:defRPr>
            </a:pPr>
            <a:r>
              <a:rPr sz="1598" b="1">
                <a:solidFill>
                  <a:srgbClr val="F72585"/>
                </a:solidFill>
                <a:latin typeface="맑은 고딕"/>
                <a:ea typeface="맑은 고딕"/>
                <a:cs typeface="맑은 고딕"/>
              </a:rPr>
              <a:t>답하도록 프롬프트로 교정할 여지를 고려</a:t>
            </a:r>
          </a:p>
        </p:txBody>
      </p:sp>
      <p:sp>
        <p:nvSpPr>
          <p:cNvPr id="13" name="own-text-11">
            <a:extLst xmlns:a="http://schemas.openxmlformats.org/drawingml/2006/main">
              <a:ext uri="{FF2B5EF4-FFF2-40B4-BE49-F238E27FC236}">
                <a16:creationId xmlns:a16="http://schemas.microsoft.com/office/drawing/2014/main" id="{EAB791B8-162D-4406-AEBE-94ED359ED073}"/>
              </a:ext>
            </a:extLst>
          </p:cNvPr>
          <p:cNvSpPr>
            <a:spLocks xmlns:a="http://schemas.openxmlformats.org/drawingml/2006/main" noGrp="1"/>
          </p:cNvSpPr>
          <p:nvPr/>
        </p:nvSpPr>
        <p:spPr>
          <a:xfrm xmlns:a="http://schemas.openxmlformats.org/drawingml/2006/main">
            <a:off x="8248650" y="4914900"/>
            <a:ext cx="4857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98" b="0">
                <a:solidFill>
                  <a:srgbClr val="686B72"/>
                </a:solidFill>
                <a:latin typeface="맑은 고딕"/>
                <a:ea typeface="맑은 고딕"/>
                <a:cs typeface="맑은 고딕"/>
              </a:defRPr>
            </a:defPPr>
            <a:lvl1pPr algn="l">
              <a:defRPr sz="1298" b="0">
                <a:solidFill>
                  <a:srgbClr val="686B72"/>
                </a:solidFill>
                <a:latin typeface="맑은 고딕"/>
                <a:ea typeface="맑은 고딕"/>
                <a:cs typeface="맑은 고딕"/>
              </a:defRPr>
            </a:lvl1pPr>
            <a:lvl2pPr algn="l">
              <a:defRPr sz="1298" b="0">
                <a:solidFill>
                  <a:srgbClr val="686B72"/>
                </a:solidFill>
                <a:latin typeface="맑은 고딕"/>
                <a:ea typeface="맑은 고딕"/>
                <a:cs typeface="맑은 고딕"/>
              </a:defRPr>
            </a:lvl2pPr>
            <a:lvl3pPr algn="l">
              <a:defRPr sz="1298" b="0">
                <a:solidFill>
                  <a:srgbClr val="686B72"/>
                </a:solidFill>
                <a:latin typeface="맑은 고딕"/>
                <a:ea typeface="맑은 고딕"/>
                <a:cs typeface="맑은 고딕"/>
              </a:defRPr>
            </a:lvl3pPr>
            <a:lvl4pPr algn="l">
              <a:defRPr sz="1298" b="0">
                <a:solidFill>
                  <a:srgbClr val="686B72"/>
                </a:solidFill>
                <a:latin typeface="맑은 고딕"/>
                <a:ea typeface="맑은 고딕"/>
                <a:cs typeface="맑은 고딕"/>
              </a:defRPr>
            </a:lvl4pPr>
            <a:lvl5pPr algn="l">
              <a:defRPr sz="1298" b="0">
                <a:solidFill>
                  <a:srgbClr val="686B72"/>
                </a:solidFill>
                <a:latin typeface="맑은 고딕"/>
                <a:ea typeface="맑은 고딕"/>
                <a:cs typeface="맑은 고딕"/>
              </a:defRPr>
            </a:lvl5pPr>
            <a:lvl6pPr algn="l">
              <a:defRPr sz="1298" b="0">
                <a:solidFill>
                  <a:srgbClr val="686B72"/>
                </a:solidFill>
                <a:latin typeface="맑은 고딕"/>
                <a:ea typeface="맑은 고딕"/>
                <a:cs typeface="맑은 고딕"/>
              </a:defRPr>
            </a:lvl6pPr>
            <a:lvl7pPr algn="l">
              <a:defRPr sz="1298" b="0">
                <a:solidFill>
                  <a:srgbClr val="686B72"/>
                </a:solidFill>
                <a:latin typeface="맑은 고딕"/>
                <a:ea typeface="맑은 고딕"/>
                <a:cs typeface="맑은 고딕"/>
              </a:defRPr>
            </a:lvl7pPr>
            <a:lvl8pPr algn="l">
              <a:defRPr sz="1298" b="0">
                <a:solidFill>
                  <a:srgbClr val="686B72"/>
                </a:solidFill>
                <a:latin typeface="맑은 고딕"/>
                <a:ea typeface="맑은 고딕"/>
                <a:cs typeface="맑은 고딕"/>
              </a:defRPr>
            </a:lvl8pPr>
            <a:lvl9pPr algn="l">
              <a:defRPr sz="1298" b="0">
                <a:solidFill>
                  <a:srgbClr val="686B72"/>
                </a:solidFill>
                <a:latin typeface="맑은 고딕"/>
                <a:ea typeface="맑은 고딕"/>
                <a:cs typeface="맑은 고딕"/>
              </a:defRPr>
            </a:lvl9pPr>
          </a:lstStyle>
          <a:p xmlns:a="http://schemas.openxmlformats.org/drawingml/2006/main">
            <a:pPr algn="l">
              <a:defRPr sz="1298" b="0">
                <a:solidFill>
                  <a:srgbClr val="686B72"/>
                </a:solidFill>
                <a:latin typeface="맑은 고딕"/>
                <a:ea typeface="맑은 고딕"/>
                <a:cs typeface="맑은 고딕"/>
              </a:defRPr>
            </a:pPr>
            <a:r>
              <a:rPr sz="1298" b="0">
                <a:solidFill>
                  <a:srgbClr val="686B72"/>
                </a:solidFill>
                <a:latin typeface="맑은 고딕"/>
                <a:ea typeface="맑은 고딕"/>
                <a:cs typeface="맑은 고딕"/>
              </a:rPr>
              <a:t>동시 32명, 초당 완료 요청 수 (L4·30초 시험)</a:t>
            </a:r>
          </a:p>
        </p:txBody>
      </p:sp>
      <p:graphicFrame>
        <p:nvGraphicFramePr>
          <p:cNvPr id="14" name="Chart">
            <a:extLst xmlns:a="http://schemas.openxmlformats.org/drawingml/2006/main">
              <a:ext uri="{FF2B5EF4-FFF2-40B4-BE49-F238E27FC236}">
                <a16:creationId xmlns:a16="http://schemas.microsoft.com/office/drawing/2014/main" id="{2AADCDA2-2F65-4D0C-9977-AC78AF75C096}"/>
              </a:ext>
            </a:extLst>
          </p:cNvPr>
          <p:cNvGraphicFramePr/>
          <p:nvPr/>
        </p:nvGraphicFramePr>
        <p:xfrm>
          <a:off xmlns:a="http://schemas.openxmlformats.org/drawingml/2006/main" x="8248650" y="5257800"/>
          <a:ext xmlns:a="http://schemas.openxmlformats.org/drawingml/2006/main" cx="4857750" cy="1190625"/>
        </p:xfrm>
        <a:graphic xmlns:a="http://schemas.openxmlformats.org/drawingml/2006/main">
          <a:graphicData uri="http://schemas.openxmlformats.org/drawingml/2006/chart">
            <c:chart xmlns:r="http://schemas.openxmlformats.org/officeDocument/2006/relationships" xmlns:c="http://schemas.openxmlformats.org/drawingml/2006/chart" r:id="R462b7c6d5f6f4347"/>
          </a:graphicData>
        </a:graphic>
      </p:graphicFrame>
    </p:spTree>
    <p:extLst>
      <p:ext uri="{BB962C8B-B14F-4D97-AF65-F5344CB8AC3E}">
        <p14:creationId xmlns:p14="http://schemas.microsoft.com/office/powerpoint/2010/main" val="971658971"/>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own-text-12">
            <a:extLst xmlns:a="http://schemas.openxmlformats.org/drawingml/2006/main">
              <a:ext uri="{FF2B5EF4-FFF2-40B4-BE49-F238E27FC236}">
                <a16:creationId xmlns:a16="http://schemas.microsoft.com/office/drawing/2014/main" id="{10722B7A-C239-4660-846F-B41052AAFD6A}"/>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3">
            <a:extLst xmlns:a="http://schemas.openxmlformats.org/drawingml/2006/main">
              <a:ext uri="{FF2B5EF4-FFF2-40B4-BE49-F238E27FC236}">
                <a16:creationId xmlns:a16="http://schemas.microsoft.com/office/drawing/2014/main" id="{A50560BC-663D-4AAA-BD1C-62B81CB11A46}"/>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14">
            <a:extLst xmlns:a="http://schemas.openxmlformats.org/drawingml/2006/main">
              <a:ext uri="{FF2B5EF4-FFF2-40B4-BE49-F238E27FC236}">
                <a16:creationId xmlns:a16="http://schemas.microsoft.com/office/drawing/2014/main" id="{6ACE9FDD-6080-4F5A-A422-DF4EE33B68D3}"/>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최종 튜닝보다 정확했고, Q4의 자원 효율을 고려</a:t>
            </a:r>
          </a:p>
        </p:txBody>
      </p:sp>
      <p:sp>
        <p:nvSpPr>
          <p:cNvPr id="4" name="own-text-15">
            <a:extLst xmlns:a="http://schemas.openxmlformats.org/drawingml/2006/main">
              <a:ext uri="{FF2B5EF4-FFF2-40B4-BE49-F238E27FC236}">
                <a16:creationId xmlns:a16="http://schemas.microsoft.com/office/drawing/2014/main" id="{A29F9A14-22FC-4EAE-B78A-B97BB2581F80}"/>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6">
            <a:extLst xmlns:a="http://schemas.openxmlformats.org/drawingml/2006/main">
              <a:ext uri="{FF2B5EF4-FFF2-40B4-BE49-F238E27FC236}">
                <a16:creationId xmlns:a16="http://schemas.microsoft.com/office/drawing/2014/main" id="{112154C9-ECCE-416E-A3E7-CA7D6BC0A434}"/>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02</a:t>
            </a:r>
          </a:p>
        </p:txBody>
      </p:sp>
      <p:sp>
        <p:nvSpPr>
          <p:cNvPr id="6" name="own-text-17">
            <a:extLst xmlns:a="http://schemas.openxmlformats.org/drawingml/2006/main">
              <a:ext uri="{FF2B5EF4-FFF2-40B4-BE49-F238E27FC236}">
                <a16:creationId xmlns:a16="http://schemas.microsoft.com/office/drawing/2014/main" id="{FE802CE7-6B4F-47EA-A833-E8E41CCAD915}"/>
              </a:ext>
            </a:extLst>
          </p:cNvPr>
          <p:cNvSpPr>
            <a:spLocks xmlns:a="http://schemas.openxmlformats.org/drawingml/2006/main" noGrp="1"/>
          </p:cNvSpPr>
          <p:nvPr/>
        </p:nvSpPr>
        <p:spPr>
          <a:xfrm xmlns:a="http://schemas.openxmlformats.org/drawingml/2006/main">
            <a:off x="628650" y="6515100"/>
            <a:ext cx="1245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부분 답변·무관 FAQ·답 없는 유사 문서·유사/다중 FAQ(공통 404건), 양자화 비교는 13유형 1,300건</a:t>
            </a:r>
          </a:p>
          <a:p xmlns:a="http://schemas.openxmlformats.org/drawingml/2006/main">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고려: 정답·환각뿐 아니라 오답 유형·프롬프트 교정 가능성, 응답 시간·가중치 크기와 동시 서빙 여유.</a:t>
            </a:r>
          </a:p>
        </p:txBody>
      </p:sp>
      <p:graphicFrame>
        <p:nvGraphicFramePr>
          <p:cNvPr id="7" name="">
            <a:extLst xmlns:a="http://schemas.openxmlformats.org/drawingml/2006/main">
              <a:ext uri="{FF2B5EF4-FFF2-40B4-BE49-F238E27FC236}">
                <a16:creationId xmlns:a16="http://schemas.microsoft.com/office/drawing/2014/main" id="{8C037071-7217-4A96-BB5F-556B62859B49}"/>
              </a:ext>
            </a:extLst>
          </p:cNvPr>
          <p:cNvGraphicFramePr/>
          <p:nvPr/>
        </p:nvGraphicFramePr>
        <p:xfrm>
          <a:off xmlns:a="http://schemas.openxmlformats.org/drawingml/2006/main" x="628650" y="2076450"/>
          <a:ext xmlns:a="http://schemas.openxmlformats.org/drawingml/2006/main" cx="8096250" cy="3238500"/>
        </p:xfrm>
        <a:graphic xmlns:a="http://schemas.openxmlformats.org/drawingml/2006/main">
          <a:graphicData uri="http://schemas.openxmlformats.org/drawingml/2006/table">
            <a:tbl>
              <a:tblPr/>
              <a:tblGrid>
                <a:gridCol w="4838700"/>
                <a:gridCol w="1628775"/>
                <a:gridCol w="1628775"/>
              </a:tblGrid>
              <a:tr h="462643">
                <a:tc>
                  <a:txBody>
                    <a:bodyPr>
                      <a:noAutofit/>
                    </a:bodyPr>
                    <a:lstStyle/>
                    <a:p>
                      <a:r>
                        <a:rPr sz="1695"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정확도</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695" b="1">
                          <a:solidFill>
                            <a:srgbClr val="FFFFFF"/>
                          </a:solidFill>
                          <a:latin typeface="맑은 고딕"/>
                          <a:ea typeface="맑은 고딕"/>
                          <a:cs typeface="맑은 고딕"/>
                        </a:rPr>
                        <a:t>환각률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62643">
                <a:tc>
                  <a:txBody>
                    <a:bodyPr>
                      <a:noAutofit/>
                    </a:bodyPr>
                    <a:lstStyle/>
                    <a:p>
                      <a:r>
                        <a:rPr sz="1695" b="0">
                          <a:solidFill>
                            <a:srgbClr val="17171A"/>
                          </a:solidFill>
                          <a:latin typeface="맑은 고딕"/>
                          <a:ea typeface="맑은 고딕"/>
                          <a:cs typeface="맑은 고딕"/>
                        </a:rPr>
                        <a:t>Qwen3 4B OFF · 초안</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62.87%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23.76%</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Qwen3 4B OFF · 최종 개선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77.48%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24.50%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Q4_K_M</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70.05%</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29.70%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71.78%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42.57%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62643">
                <a:tc>
                  <a:txBody>
                    <a:bodyPr>
                      <a:noAutofit/>
                    </a:bodyPr>
                    <a:lstStyle/>
                    <a:p>
                      <a:r>
                        <a:rPr sz="1695" b="1">
                          <a:solidFill>
                            <a:srgbClr val="F72585"/>
                          </a:solidFill>
                          <a:latin typeface="맑은 고딕"/>
                          <a:ea typeface="맑은 고딕"/>
                          <a:cs typeface="맑은 고딕"/>
                        </a:rPr>
                        <a:t>Qwen3 4B Instruct · Q4</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85.15%</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695" b="1">
                          <a:solidFill>
                            <a:srgbClr val="F72585"/>
                          </a:solidFill>
                          <a:latin typeface="맑은 고딕"/>
                          <a:ea typeface="맑은 고딕"/>
                          <a:cs typeface="맑은 고딕"/>
                        </a:rPr>
                        <a:t>23.02%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62643">
                <a:tc>
                  <a:txBody>
                    <a:bodyPr>
                      <a:noAutofit/>
                    </a:bodyPr>
                    <a:lstStyle/>
                    <a:p>
                      <a:r>
                        <a:rPr sz="1695"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87.62%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695" b="0">
                          <a:solidFill>
                            <a:srgbClr val="17171A"/>
                          </a:solidFill>
                          <a:latin typeface="맑은 고딕"/>
                          <a:ea typeface="맑은 고딕"/>
                          <a:cs typeface="맑은 고딕"/>
                        </a:rPr>
                        <a:t>22.28%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8" name="own-text-18">
            <a:extLst xmlns:a="http://schemas.openxmlformats.org/drawingml/2006/main">
              <a:ext uri="{FF2B5EF4-FFF2-40B4-BE49-F238E27FC236}">
                <a16:creationId xmlns:a16="http://schemas.microsoft.com/office/drawing/2014/main" id="{FE98DA47-2299-4ABD-BA25-6438EDF7F13A}"/>
              </a:ext>
            </a:extLst>
          </p:cNvPr>
          <p:cNvSpPr>
            <a:spLocks xmlns:a="http://schemas.openxmlformats.org/drawingml/2006/main" noGrp="1"/>
          </p:cNvSpPr>
          <p:nvPr/>
        </p:nvSpPr>
        <p:spPr>
          <a:xfrm xmlns:a="http://schemas.openxmlformats.org/drawingml/2006/main">
            <a:off x="9105900" y="207645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Q4와 Q8의 품질 차이</a:t>
            </a:r>
          </a:p>
        </p:txBody>
      </p:sp>
      <p:sp>
        <p:nvSpPr>
          <p:cNvPr id="9" name="own-text-19">
            <a:extLst xmlns:a="http://schemas.openxmlformats.org/drawingml/2006/main">
              <a:ext uri="{FF2B5EF4-FFF2-40B4-BE49-F238E27FC236}">
                <a16:creationId xmlns:a16="http://schemas.microsoft.com/office/drawing/2014/main" id="{76A23A4F-4FB5-487B-8272-745727E1592A}"/>
              </a:ext>
            </a:extLst>
          </p:cNvPr>
          <p:cNvSpPr>
            <a:spLocks xmlns:a="http://schemas.openxmlformats.org/drawingml/2006/main" noGrp="1"/>
          </p:cNvSpPr>
          <p:nvPr/>
        </p:nvSpPr>
        <p:spPr>
          <a:xfrm xmlns:a="http://schemas.openxmlformats.org/drawingml/2006/main">
            <a:off x="9105900" y="26289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A"/>
                </a:solidFill>
                <a:latin typeface="맑은 고딕"/>
                <a:ea typeface="맑은 고딕"/>
                <a:cs typeface="맑은 고딕"/>
              </a:defRPr>
            </a:defPPr>
            <a:lvl1pPr algn="l">
              <a:defRPr sz="1800" b="0">
                <a:solidFill>
                  <a:srgbClr val="17171A"/>
                </a:solidFill>
                <a:latin typeface="맑은 고딕"/>
                <a:ea typeface="맑은 고딕"/>
                <a:cs typeface="맑은 고딕"/>
              </a:defRPr>
            </a:lvl1pPr>
            <a:lvl2pPr algn="l">
              <a:defRPr sz="1800" b="0">
                <a:solidFill>
                  <a:srgbClr val="17171A"/>
                </a:solidFill>
                <a:latin typeface="맑은 고딕"/>
                <a:ea typeface="맑은 고딕"/>
                <a:cs typeface="맑은 고딕"/>
              </a:defRPr>
            </a:lvl2pPr>
            <a:lvl3pPr algn="l">
              <a:defRPr sz="1800" b="0">
                <a:solidFill>
                  <a:srgbClr val="17171A"/>
                </a:solidFill>
                <a:latin typeface="맑은 고딕"/>
                <a:ea typeface="맑은 고딕"/>
                <a:cs typeface="맑은 고딕"/>
              </a:defRPr>
            </a:lvl3pPr>
            <a:lvl4pPr algn="l">
              <a:defRPr sz="1800" b="0">
                <a:solidFill>
                  <a:srgbClr val="17171A"/>
                </a:solidFill>
                <a:latin typeface="맑은 고딕"/>
                <a:ea typeface="맑은 고딕"/>
                <a:cs typeface="맑은 고딕"/>
              </a:defRPr>
            </a:lvl4pPr>
            <a:lvl5pPr algn="l">
              <a:defRPr sz="1800" b="0">
                <a:solidFill>
                  <a:srgbClr val="17171A"/>
                </a:solidFill>
                <a:latin typeface="맑은 고딕"/>
                <a:ea typeface="맑은 고딕"/>
                <a:cs typeface="맑은 고딕"/>
              </a:defRPr>
            </a:lvl5pPr>
            <a:lvl6pPr algn="l">
              <a:defRPr sz="1800" b="0">
                <a:solidFill>
                  <a:srgbClr val="17171A"/>
                </a:solidFill>
                <a:latin typeface="맑은 고딕"/>
                <a:ea typeface="맑은 고딕"/>
                <a:cs typeface="맑은 고딕"/>
              </a:defRPr>
            </a:lvl6pPr>
            <a:lvl7pPr algn="l">
              <a:defRPr sz="1800" b="0">
                <a:solidFill>
                  <a:srgbClr val="17171A"/>
                </a:solidFill>
                <a:latin typeface="맑은 고딕"/>
                <a:ea typeface="맑은 고딕"/>
                <a:cs typeface="맑은 고딕"/>
              </a:defRPr>
            </a:lvl7pPr>
            <a:lvl8pPr algn="l">
              <a:defRPr sz="1800" b="0">
                <a:solidFill>
                  <a:srgbClr val="17171A"/>
                </a:solidFill>
                <a:latin typeface="맑은 고딕"/>
                <a:ea typeface="맑은 고딕"/>
                <a:cs typeface="맑은 고딕"/>
              </a:defRPr>
            </a:lvl8pPr>
            <a:lvl9pPr algn="l">
              <a:defRPr sz="1800" b="0">
                <a:solidFill>
                  <a:srgbClr val="17171A"/>
                </a:solidFill>
                <a:latin typeface="맑은 고딕"/>
                <a:ea typeface="맑은 고딕"/>
                <a:cs typeface="맑은 고딕"/>
              </a:defRPr>
            </a:lvl9pPr>
          </a:lstStyle>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정확도 77.5% / 78.8%</a:t>
            </a:r>
          </a:p>
          <a:p xmlns:a="http://schemas.openxmlformats.org/drawingml/2006/main">
            <a:pPr algn="l">
              <a:defRPr sz="1800" b="0">
                <a:solidFill>
                  <a:srgbClr val="17171A"/>
                </a:solidFill>
                <a:latin typeface="맑은 고딕"/>
                <a:ea typeface="맑은 고딕"/>
                <a:cs typeface="맑은 고딕"/>
              </a:defRPr>
            </a:pPr>
            <a:r>
              <a:rPr sz="1800" b="0">
                <a:solidFill>
                  <a:srgbClr val="17171A"/>
                </a:solidFill>
                <a:latin typeface="맑은 고딕"/>
                <a:ea typeface="맑은 고딕"/>
                <a:cs typeface="맑은 고딕"/>
              </a:rPr>
              <a:t>환각률 26.2% / 26.5%</a:t>
            </a:r>
          </a:p>
        </p:txBody>
      </p:sp>
      <p:sp>
        <p:nvSpPr>
          <p:cNvPr id="10" name="own-text-20">
            <a:extLst xmlns:a="http://schemas.openxmlformats.org/drawingml/2006/main">
              <a:ext uri="{FF2B5EF4-FFF2-40B4-BE49-F238E27FC236}">
                <a16:creationId xmlns:a16="http://schemas.microsoft.com/office/drawing/2014/main" id="{0A52473C-EBB7-465D-B6A3-506BB2C44E30}"/>
              </a:ext>
            </a:extLst>
          </p:cNvPr>
          <p:cNvSpPr>
            <a:spLocks xmlns:a="http://schemas.openxmlformats.org/drawingml/2006/main" noGrp="1"/>
          </p:cNvSpPr>
          <p:nvPr/>
        </p:nvSpPr>
        <p:spPr>
          <a:xfrm xmlns:a="http://schemas.openxmlformats.org/drawingml/2006/main">
            <a:off x="9105900" y="34766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xmlns:a="http://schemas.openxmlformats.org/drawingml/2006/main">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통계적으로 뚜렷한 차이는 확인되지 않음</a:t>
            </a:r>
          </a:p>
        </p:txBody>
      </p:sp>
      <p:sp>
        <p:nvSpPr>
          <p:cNvPr id="11" name="own-text-21">
            <a:extLst xmlns:a="http://schemas.openxmlformats.org/drawingml/2006/main">
              <a:ext uri="{FF2B5EF4-FFF2-40B4-BE49-F238E27FC236}">
                <a16:creationId xmlns:a16="http://schemas.microsoft.com/office/drawing/2014/main" id="{EA15142F-99D1-4C43-AB53-4F75CC1D257D}"/>
              </a:ext>
            </a:extLst>
          </p:cNvPr>
          <p:cNvSpPr>
            <a:spLocks xmlns:a="http://schemas.openxmlformats.org/drawingml/2006/main" noGrp="1"/>
          </p:cNvSpPr>
          <p:nvPr/>
        </p:nvSpPr>
        <p:spPr>
          <a:xfrm xmlns:a="http://schemas.openxmlformats.org/drawingml/2006/main">
            <a:off x="9105900" y="4000500"/>
            <a:ext cx="4000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Q4의 운영 자원 이점</a:t>
            </a:r>
          </a:p>
        </p:txBody>
      </p:sp>
      <p:sp>
        <p:nvSpPr>
          <p:cNvPr id="12" name="own-text-22">
            <a:extLst xmlns:a="http://schemas.openxmlformats.org/drawingml/2006/main">
              <a:ext uri="{FF2B5EF4-FFF2-40B4-BE49-F238E27FC236}">
                <a16:creationId xmlns:a16="http://schemas.microsoft.com/office/drawing/2014/main" id="{E8A439E4-0A20-4C13-9DFC-9F213A5ABA4A}"/>
              </a:ext>
            </a:extLst>
          </p:cNvPr>
          <p:cNvSpPr>
            <a:spLocks xmlns:a="http://schemas.openxmlformats.org/drawingml/2006/main" noGrp="1"/>
          </p:cNvSpPr>
          <p:nvPr/>
        </p:nvSpPr>
        <p:spPr>
          <a:xfrm xmlns:a="http://schemas.openxmlformats.org/drawingml/2006/main">
            <a:off x="9105900" y="44958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평균 응답 2.61초 / 3.49초</a:t>
            </a:r>
          </a:p>
          <a:p xmlns:a="http://schemas.openxmlformats.org/drawingml/2006/main">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가중치 2.5GB / 4.3GB</a:t>
            </a:r>
          </a:p>
        </p:txBody>
      </p:sp>
      <p:sp>
        <p:nvSpPr>
          <p:cNvPr id="13" name="rule-23">
            <a:extLst xmlns:a="http://schemas.openxmlformats.org/drawingml/2006/main">
              <a:ext uri="{FF2B5EF4-FFF2-40B4-BE49-F238E27FC236}">
                <a16:creationId xmlns:a16="http://schemas.microsoft.com/office/drawing/2014/main" id="{41F167C0-399E-4562-A02D-3F6F14537C04}"/>
              </a:ext>
            </a:extLst>
          </p:cNvPr>
          <p:cNvSpPr>
            <a:spLocks xmlns:a="http://schemas.openxmlformats.org/drawingml/2006/main" noGrp="1"/>
          </p:cNvSpPr>
          <p:nvPr/>
        </p:nvSpPr>
        <p:spPr>
          <a:xfrm xmlns:a="http://schemas.openxmlformats.org/drawingml/2006/main">
            <a:off x="628650" y="5581650"/>
            <a:ext cx="12458700" cy="0"/>
          </a:xfrm>
          <a:prstGeom xmlns:a="http://schemas.openxmlformats.org/drawingml/2006/main" prst="line">
            <a:avLst/>
          </a:prstGeom>
          <a:noFill xmlns:a="http://schemas.openxmlformats.org/drawingml/2006/main"/>
          <a:ln xmlns:a="http://schemas.openxmlformats.org/drawingml/2006/main" w="9525">
            <a:solidFill>
              <a:srgbClr val="DDDDE1"/>
            </a:solidFill>
            <a:prstDash val="solid"/>
          </a:ln>
        </p:spPr>
      </p:sp>
      <p:sp>
        <p:nvSpPr>
          <p:cNvPr id="14" name="own-text-24">
            <a:extLst xmlns:a="http://schemas.openxmlformats.org/drawingml/2006/main">
              <a:ext uri="{FF2B5EF4-FFF2-40B4-BE49-F238E27FC236}">
                <a16:creationId xmlns:a16="http://schemas.microsoft.com/office/drawing/2014/main" id="{14BCE3BE-4690-4245-ACC9-5B083428FFBD}"/>
              </a:ext>
            </a:extLst>
          </p:cNvPr>
          <p:cNvSpPr>
            <a:spLocks xmlns:a="http://schemas.openxmlformats.org/drawingml/2006/main" noGrp="1"/>
          </p:cNvSpPr>
          <p:nvPr/>
        </p:nvSpPr>
        <p:spPr>
          <a:xfrm xmlns:a="http://schemas.openxmlformats.org/drawingml/2006/main">
            <a:off x="628650" y="58102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xmlns:a="http://schemas.openxmlformats.org/drawingml/2006/main">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선정 근거</a:t>
            </a:r>
          </a:p>
        </p:txBody>
      </p:sp>
      <p:sp>
        <p:nvSpPr>
          <p:cNvPr id="15" name="own-text-25">
            <a:extLst xmlns:a="http://schemas.openxmlformats.org/drawingml/2006/main">
              <a:ext uri="{FF2B5EF4-FFF2-40B4-BE49-F238E27FC236}">
                <a16:creationId xmlns:a16="http://schemas.microsoft.com/office/drawing/2014/main" id="{C3081E5E-95C6-45D2-8C32-30EBCADD9568}"/>
              </a:ext>
            </a:extLst>
          </p:cNvPr>
          <p:cNvSpPr>
            <a:spLocks xmlns:a="http://schemas.openxmlformats.org/drawingml/2006/main" noGrp="1"/>
          </p:cNvSpPr>
          <p:nvPr/>
        </p:nvSpPr>
        <p:spPr>
          <a:xfrm xmlns:a="http://schemas.openxmlformats.org/drawingml/2006/main">
            <a:off x="2571750" y="580072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0">
                <a:solidFill>
                  <a:srgbClr val="17171A"/>
                </a:solidFill>
                <a:latin typeface="맑은 고딕"/>
                <a:ea typeface="맑은 고딕"/>
                <a:cs typeface="맑은 고딕"/>
              </a:defRPr>
            </a:defPPr>
            <a:lvl1pPr algn="l">
              <a:defRPr sz="1898" b="0">
                <a:solidFill>
                  <a:srgbClr val="17171A"/>
                </a:solidFill>
                <a:latin typeface="맑은 고딕"/>
                <a:ea typeface="맑은 고딕"/>
                <a:cs typeface="맑은 고딕"/>
              </a:defRPr>
            </a:lvl1pPr>
            <a:lvl2pPr algn="l">
              <a:defRPr sz="1898" b="0">
                <a:solidFill>
                  <a:srgbClr val="17171A"/>
                </a:solidFill>
                <a:latin typeface="맑은 고딕"/>
                <a:ea typeface="맑은 고딕"/>
                <a:cs typeface="맑은 고딕"/>
              </a:defRPr>
            </a:lvl2pPr>
            <a:lvl3pPr algn="l">
              <a:defRPr sz="1898" b="0">
                <a:solidFill>
                  <a:srgbClr val="17171A"/>
                </a:solidFill>
                <a:latin typeface="맑은 고딕"/>
                <a:ea typeface="맑은 고딕"/>
                <a:cs typeface="맑은 고딕"/>
              </a:defRPr>
            </a:lvl3pPr>
            <a:lvl4pPr algn="l">
              <a:defRPr sz="1898" b="0">
                <a:solidFill>
                  <a:srgbClr val="17171A"/>
                </a:solidFill>
                <a:latin typeface="맑은 고딕"/>
                <a:ea typeface="맑은 고딕"/>
                <a:cs typeface="맑은 고딕"/>
              </a:defRPr>
            </a:lvl4pPr>
            <a:lvl5pPr algn="l">
              <a:defRPr sz="1898" b="0">
                <a:solidFill>
                  <a:srgbClr val="17171A"/>
                </a:solidFill>
                <a:latin typeface="맑은 고딕"/>
                <a:ea typeface="맑은 고딕"/>
                <a:cs typeface="맑은 고딕"/>
              </a:defRPr>
            </a:lvl5pPr>
            <a:lvl6pPr algn="l">
              <a:defRPr sz="1898" b="0">
                <a:solidFill>
                  <a:srgbClr val="17171A"/>
                </a:solidFill>
                <a:latin typeface="맑은 고딕"/>
                <a:ea typeface="맑은 고딕"/>
                <a:cs typeface="맑은 고딕"/>
              </a:defRPr>
            </a:lvl6pPr>
            <a:lvl7pPr algn="l">
              <a:defRPr sz="1898" b="0">
                <a:solidFill>
                  <a:srgbClr val="17171A"/>
                </a:solidFill>
                <a:latin typeface="맑은 고딕"/>
                <a:ea typeface="맑은 고딕"/>
                <a:cs typeface="맑은 고딕"/>
              </a:defRPr>
            </a:lvl7pPr>
            <a:lvl8pPr algn="l">
              <a:defRPr sz="1898" b="0">
                <a:solidFill>
                  <a:srgbClr val="17171A"/>
                </a:solidFill>
                <a:latin typeface="맑은 고딕"/>
                <a:ea typeface="맑은 고딕"/>
                <a:cs typeface="맑은 고딕"/>
              </a:defRPr>
            </a:lvl8pPr>
            <a:lvl9pPr algn="l">
              <a:defRPr sz="1898" b="0">
                <a:solidFill>
                  <a:srgbClr val="17171A"/>
                </a:solidFill>
                <a:latin typeface="맑은 고딕"/>
                <a:ea typeface="맑은 고딕"/>
                <a:cs typeface="맑은 고딕"/>
              </a:defRPr>
            </a:lvl9pPr>
          </a:lstStyle>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OFF 튜닝 이후에도 정답 우위가 남음</a:t>
            </a:r>
          </a:p>
          <a:p xmlns:a="http://schemas.openxmlformats.org/drawingml/2006/main">
            <a:pPr algn="l">
              <a:defRPr sz="1898" b="0">
                <a:solidFill>
                  <a:srgbClr val="17171A"/>
                </a:solidFill>
                <a:latin typeface="맑은 고딕"/>
                <a:ea typeface="맑은 고딕"/>
                <a:cs typeface="맑은 고딕"/>
              </a:defRPr>
            </a:pPr>
            <a:r>
              <a:rPr sz="1898" b="0">
                <a:solidFill>
                  <a:srgbClr val="17171A"/>
                </a:solidFill>
                <a:latin typeface="맑은 고딕"/>
                <a:ea typeface="맑은 고딕"/>
                <a:cs typeface="맑은 고딕"/>
              </a:rPr>
              <a:t>추측·확인 경로 덧붙임은 후속 프롬프트 교정 대상으로 구체화</a:t>
            </a:r>
          </a:p>
        </p:txBody>
      </p:sp>
    </p:spTree>
    <p:extLst>
      <p:ext uri="{BB962C8B-B14F-4D97-AF65-F5344CB8AC3E}">
        <p14:creationId xmlns:p14="http://schemas.microsoft.com/office/powerpoint/2010/main" val="188458098"/>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2" name="own-text-26">
            <a:extLst xmlns:a="http://schemas.openxmlformats.org/drawingml/2006/main">
              <a:ext uri="{FF2B5EF4-FFF2-40B4-BE49-F238E27FC236}">
                <a16:creationId xmlns:a16="http://schemas.microsoft.com/office/drawing/2014/main" id="{948AEF0D-AB07-4FEE-A5D0-C1CFC5C3E93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27">
            <a:extLst xmlns:a="http://schemas.openxmlformats.org/drawingml/2006/main">
              <a:ext uri="{FF2B5EF4-FFF2-40B4-BE49-F238E27FC236}">
                <a16:creationId xmlns:a16="http://schemas.microsoft.com/office/drawing/2014/main" id="{630F42BD-45C3-4809-9FCB-35D9B53CAD54}"/>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28">
            <a:extLst xmlns:a="http://schemas.openxmlformats.org/drawingml/2006/main">
              <a:ext uri="{FF2B5EF4-FFF2-40B4-BE49-F238E27FC236}">
                <a16:creationId xmlns:a16="http://schemas.microsoft.com/office/drawing/2014/main" id="{4418AD45-6603-4962-AA6F-830F511C986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29">
            <a:extLst xmlns:a="http://schemas.openxmlformats.org/drawingml/2006/main">
              <a:ext uri="{FF2B5EF4-FFF2-40B4-BE49-F238E27FC236}">
                <a16:creationId xmlns:a16="http://schemas.microsoft.com/office/drawing/2014/main" id="{F0BB5A78-1ACC-4E00-A6D1-B3BDADD912C7}"/>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0">
            <a:extLst xmlns:a="http://schemas.openxmlformats.org/drawingml/2006/main">
              <a:ext uri="{FF2B5EF4-FFF2-40B4-BE49-F238E27FC236}">
                <a16:creationId xmlns:a16="http://schemas.microsoft.com/office/drawing/2014/main" id="{AF4E8B34-2F2B-4551-A14D-8B7872FB63E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03</a:t>
            </a:r>
          </a:p>
        </p:txBody>
      </p:sp>
      <p:sp>
        <p:nvSpPr>
          <p:cNvPr id="6" name="own-text-31">
            <a:extLst xmlns:a="http://schemas.openxmlformats.org/drawingml/2006/main">
              <a:ext uri="{FF2B5EF4-FFF2-40B4-BE49-F238E27FC236}">
                <a16:creationId xmlns:a16="http://schemas.microsoft.com/office/drawing/2014/main" id="{59F89BF0-A10A-4F78-9D31-35ED12386B3B}"/>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32">
            <a:extLst xmlns:a="http://schemas.openxmlformats.org/drawingml/2006/main">
              <a:ext uri="{FF2B5EF4-FFF2-40B4-BE49-F238E27FC236}">
                <a16:creationId xmlns:a16="http://schemas.microsoft.com/office/drawing/2014/main" id="{AD11587E-2838-4608-9ABD-9745324B9F81}"/>
              </a:ext>
            </a:extLst>
          </p:cNvPr>
          <p:cNvSpPr>
            <a:spLocks xmlns:a="http://schemas.openxmlformats.org/drawingml/2006/main" noGrp="1"/>
          </p:cNvSpPr>
          <p:nvPr/>
        </p:nvSpPr>
        <p:spPr>
          <a:xfrm xmlns:a="http://schemas.openxmlformats.org/drawingml/2006/main">
            <a:off x="628650" y="2076450"/>
            <a:ext cx="571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xmlns:a="http://schemas.openxmlformats.org/drawingml/2006/main">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xmlns:a="http://schemas.openxmlformats.org/drawingml/2006/main">
              <a:ext uri="{FF2B5EF4-FFF2-40B4-BE49-F238E27FC236}">
                <a16:creationId xmlns:a16="http://schemas.microsoft.com/office/drawing/2014/main" id="{118FCF9C-B7F4-4B36-A76A-0FC52540CB16}"/>
              </a:ext>
            </a:extLst>
          </p:cNvPr>
          <p:cNvGraphicFramePr/>
          <p:nvPr/>
        </p:nvGraphicFramePr>
        <p:xfrm>
          <a:off xmlns:a="http://schemas.openxmlformats.org/drawingml/2006/main" x="628650" y="2543175"/>
          <a:ext xmlns:a="http://schemas.openxmlformats.org/drawingml/2006/main" cx="5753100" cy="2952750"/>
        </p:xfrm>
        <a:graphic xmlns:a="http://schemas.openxmlformats.org/drawingml/2006/main">
          <a:graphicData uri="http://schemas.openxmlformats.org/drawingml/2006/chart">
            <c:chart xmlns:r="http://schemas.openxmlformats.org/officeDocument/2006/relationships" xmlns:c="http://schemas.openxmlformats.org/drawingml/2006/chart" r:id="R6f9c2e1e07cf4de2"/>
          </a:graphicData>
        </a:graphic>
      </p:graphicFrame>
      <p:graphicFrame>
        <p:nvGraphicFramePr>
          <p:cNvPr id="9" name="">
            <a:extLst xmlns:a="http://schemas.openxmlformats.org/drawingml/2006/main">
              <a:ext uri="{FF2B5EF4-FFF2-40B4-BE49-F238E27FC236}">
                <a16:creationId xmlns:a16="http://schemas.microsoft.com/office/drawing/2014/main" id="{9EDA1AD0-4170-4CA9-8C53-85DD6221ADD5}"/>
              </a:ext>
            </a:extLst>
          </p:cNvPr>
          <p:cNvGraphicFramePr/>
          <p:nvPr/>
        </p:nvGraphicFramePr>
        <p:xfrm>
          <a:off xmlns:a="http://schemas.openxmlformats.org/drawingml/2006/main" x="6953250" y="2076450"/>
          <a:ext xmlns:a="http://schemas.openxmlformats.org/drawingml/2006/main" cx="6134100" cy="3429000"/>
        </p:xfrm>
        <a:graphic xmlns:a="http://schemas.openxmlformats.org/drawingml/2006/main">
          <a:graphicData uri="http://schemas.openxmlformats.org/drawingml/2006/table">
            <a:tbl>
              <a:tblPr/>
              <a:tblGrid>
                <a:gridCol w="2705100"/>
                <a:gridCol w="1714500"/>
                <a:gridCol w="1714500"/>
              </a:tblGrid>
              <a:tr h="571500">
                <a:tc>
                  <a:txBody>
                    <a:bodyPr>
                      <a:noAutofit/>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기본</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800" b="1">
                          <a:solidFill>
                            <a:srgbClr val="FFFFFF"/>
                          </a:solidFill>
                          <a:latin typeface="맑은 고딕"/>
                          <a:ea typeface="맑은 고딕"/>
                          <a:cs typeface="맑은 고딕"/>
                        </a:rPr>
                        <a:t>개선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571500">
                <a:tc>
                  <a:txBody>
                    <a:bodyPr>
                      <a:noAutofit/>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698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184</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126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800" b="1">
                          <a:solidFill>
                            <a:srgbClr val="F72585"/>
                          </a:solidFill>
                          <a:latin typeface="맑은 고딕"/>
                          <a:ea typeface="맑은 고딕"/>
                          <a:cs typeface="맑은 고딕"/>
                        </a:rPr>
                        <a:t>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571500">
                <a:tc>
                  <a:txBody>
                    <a:bodyPr>
                      <a:noAutofit/>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147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77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571500">
                <a:tc>
                  <a:txBody>
                    <a:bodyPr>
                      <a:noAutofit/>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303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800" b="0">
                          <a:solidFill>
                            <a:srgbClr val="17171A"/>
                          </a:solidFill>
                          <a:latin typeface="맑은 고딕"/>
                          <a:ea typeface="맑은 고딕"/>
                          <a:cs typeface="맑은 고딕"/>
                        </a:rPr>
                        <a:t>234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0" name="own-text-33">
            <a:extLst xmlns:a="http://schemas.openxmlformats.org/drawingml/2006/main">
              <a:ext uri="{FF2B5EF4-FFF2-40B4-BE49-F238E27FC236}">
                <a16:creationId xmlns:a16="http://schemas.microsoft.com/office/drawing/2014/main" id="{63F674F4-25FC-423D-8E06-F76EF0464E05}"/>
              </a:ext>
            </a:extLst>
          </p:cNvPr>
          <p:cNvSpPr>
            <a:spLocks xmlns:a="http://schemas.openxmlformats.org/drawingml/2006/main" noGrp="1"/>
          </p:cNvSpPr>
          <p:nvPr/>
        </p:nvSpPr>
        <p:spPr>
          <a:xfrm xmlns:a="http://schemas.openxmlformats.org/drawingml/2006/main">
            <a:off x="628650" y="57721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xmlns:a="http://schemas.openxmlformats.org/drawingml/2006/main">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34">
            <a:extLst xmlns:a="http://schemas.openxmlformats.org/drawingml/2006/main">
              <a:ext uri="{FF2B5EF4-FFF2-40B4-BE49-F238E27FC236}">
                <a16:creationId xmlns:a16="http://schemas.microsoft.com/office/drawing/2014/main" id="{54F9EBA8-AC88-41B0-A740-13002E3F2611}"/>
              </a:ext>
            </a:extLst>
          </p:cNvPr>
          <p:cNvSpPr>
            <a:spLocks xmlns:a="http://schemas.openxmlformats.org/drawingml/2006/main" noGrp="1"/>
          </p:cNvSpPr>
          <p:nvPr/>
        </p:nvSpPr>
        <p:spPr>
          <a:xfrm xmlns:a="http://schemas.openxmlformats.org/drawingml/2006/main">
            <a:off x="6953250" y="5800725"/>
            <a:ext cx="6134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xmlns:a="http://schemas.openxmlformats.org/drawingml/2006/main">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2018048218"/>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1ECAAD8A-053F-4F92-9036-2126A1CA55C4}"/>
              </a:ext>
            </a:extLst>
          </p:cNvPr>
          <p:cNvCxnSpPr>
            <a:stCxn xmlns:a="http://schemas.openxmlformats.org/drawingml/2006/main" id="18" idx="0"/>
            <a:endCxn xmlns:a="http://schemas.openxmlformats.org/drawingml/2006/main" id="10" idx="2"/>
          </p:cNvCxnSpPr>
          <p:nvPr/>
        </p:nvCxnSpPr>
        <p:spPr>
          <a:xfrm xmlns:a="http://schemas.openxmlformats.org/drawingml/2006/main" flipV="1">
            <a:off x="9024938"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25BAD1A4-9558-4A74-998B-76950FB4E32E}"/>
              </a:ext>
            </a:extLst>
          </p:cNvPr>
          <p:cNvCxnSpPr>
            <a:stCxn xmlns:a="http://schemas.openxmlformats.org/drawingml/2006/main" id="17" idx="3"/>
            <a:endCxn xmlns:a="http://schemas.openxmlformats.org/drawingml/2006/main" id="18" idx="1"/>
          </p:cNvCxnSpPr>
          <p:nvPr/>
        </p:nvCxnSpPr>
        <p:spPr>
          <a:xfrm xmlns:a="http://schemas.openxmlformats.org/drawingml/2006/main">
            <a:off x="7439025"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909E766-3D51-483D-96D8-F90EC8ACFE5B}"/>
              </a:ext>
            </a:extLst>
          </p:cNvPr>
          <p:cNvCxnSpPr>
            <a:stCxn xmlns:a="http://schemas.openxmlformats.org/drawingml/2006/main" id="16" idx="3"/>
            <a:endCxn xmlns:a="http://schemas.openxmlformats.org/drawingml/2006/main" id="17" idx="1"/>
          </p:cNvCxnSpPr>
          <p:nvPr/>
        </p:nvCxnSpPr>
        <p:spPr>
          <a:xfrm xmlns:a="http://schemas.openxmlformats.org/drawingml/2006/main">
            <a:off x="4705350" y="3948113"/>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CBAD0806-B3DE-4979-A9BF-804692AA2ED7}"/>
              </a:ext>
            </a:extLst>
          </p:cNvPr>
          <p:cNvCxnSpPr>
            <a:stCxn xmlns:a="http://schemas.openxmlformats.org/drawingml/2006/main" id="9" idx="2"/>
            <a:endCxn xmlns:a="http://schemas.openxmlformats.org/drawingml/2006/main" id="16" idx="0"/>
          </p:cNvCxnSpPr>
          <p:nvPr/>
        </p:nvCxnSpPr>
        <p:spPr>
          <a:xfrm xmlns:a="http://schemas.openxmlformats.org/drawingml/2006/main" flipH="1">
            <a:off x="3795713" y="2895600"/>
            <a:ext cx="2495550" cy="704850"/>
          </a:xfrm>
          <a:prstGeom xmlns:a="http://schemas.openxmlformats.org/drawingml/2006/main" prst="bentConnector4">
            <a:avLst>
              <a:gd name="adj1" fmla="val 0"/>
              <a:gd name="adj2" fmla="val 50000"/>
            </a:avLst>
          </a:prstGeom>
          <a:ln xmlns:a="http://schemas.openxmlformats.org/drawingml/2006/main" w="19050">
            <a:solidFill>
              <a:srgbClr val="F72585"/>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B313499-F7D6-4E2C-B596-B6BD5AAAD74A}"/>
              </a:ext>
            </a:extLst>
          </p:cNvPr>
          <p:cNvCxnSpPr>
            <a:stCxn xmlns:a="http://schemas.openxmlformats.org/drawingml/2006/main" id="8" idx="2"/>
            <a:endCxn xmlns:a="http://schemas.openxmlformats.org/drawingml/2006/main" id="16" idx="0"/>
          </p:cNvCxnSpPr>
          <p:nvPr/>
        </p:nvCxnSpPr>
        <p:spPr>
          <a:xfrm xmlns:a="http://schemas.openxmlformats.org/drawingml/2006/main">
            <a:off x="3795713" y="2895600"/>
            <a:ext cx="0" cy="70485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E2CB3E81-755E-4B16-A2CE-CFFFC5FB2937}"/>
              </a:ext>
            </a:extLst>
          </p:cNvPr>
          <p:cNvCxnSpPr>
            <a:stCxn xmlns:a="http://schemas.openxmlformats.org/drawingml/2006/main" id="10" idx="3"/>
            <a:endCxn xmlns:a="http://schemas.openxmlformats.org/drawingml/2006/main" id="11" idx="1"/>
          </p:cNvCxnSpPr>
          <p:nvPr/>
        </p:nvCxnSpPr>
        <p:spPr>
          <a:xfrm xmlns:a="http://schemas.openxmlformats.org/drawingml/2006/main">
            <a:off x="1017270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4" name="">
            <a:extLst xmlns:a="http://schemas.openxmlformats.org/drawingml/2006/main">
              <a:ext uri="{FF2B5EF4-FFF2-40B4-BE49-F238E27FC236}">
                <a16:creationId xmlns:a16="http://schemas.microsoft.com/office/drawing/2014/main" id="{44A67FE1-4421-4E24-85C0-7A469042A576}"/>
              </a:ext>
            </a:extLst>
          </p:cNvPr>
          <p:cNvCxnSpPr>
            <a:stCxn xmlns:a="http://schemas.openxmlformats.org/drawingml/2006/main" id="9" idx="3"/>
            <a:endCxn xmlns:a="http://schemas.openxmlformats.org/drawingml/2006/main" id="10" idx="1"/>
          </p:cNvCxnSpPr>
          <p:nvPr/>
        </p:nvCxnSpPr>
        <p:spPr>
          <a:xfrm xmlns:a="http://schemas.openxmlformats.org/drawingml/2006/main">
            <a:off x="74390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3" name="">
            <a:extLst xmlns:a="http://schemas.openxmlformats.org/drawingml/2006/main">
              <a:ext uri="{FF2B5EF4-FFF2-40B4-BE49-F238E27FC236}">
                <a16:creationId xmlns:a16="http://schemas.microsoft.com/office/drawing/2014/main" id="{2C65D13B-11F9-4AE4-9403-D7A1707DBC1B}"/>
              </a:ext>
            </a:extLst>
          </p:cNvPr>
          <p:cNvCxnSpPr>
            <a:stCxn xmlns:a="http://schemas.openxmlformats.org/drawingml/2006/main" id="8" idx="3"/>
            <a:endCxn xmlns:a="http://schemas.openxmlformats.org/drawingml/2006/main" id="9" idx="1"/>
          </p:cNvCxnSpPr>
          <p:nvPr/>
        </p:nvCxnSpPr>
        <p:spPr>
          <a:xfrm xmlns:a="http://schemas.openxmlformats.org/drawingml/2006/main">
            <a:off x="4705350"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2" name="">
            <a:extLst xmlns:a="http://schemas.openxmlformats.org/drawingml/2006/main">
              <a:ext uri="{FF2B5EF4-FFF2-40B4-BE49-F238E27FC236}">
                <a16:creationId xmlns:a16="http://schemas.microsoft.com/office/drawing/2014/main" id="{12B78A33-134E-4FAC-9DC3-16766CFFE973}"/>
              </a:ext>
            </a:extLst>
          </p:cNvPr>
          <p:cNvCxnSpPr>
            <a:stCxn xmlns:a="http://schemas.openxmlformats.org/drawingml/2006/main" id="7" idx="3"/>
            <a:endCxn xmlns:a="http://schemas.openxmlformats.org/drawingml/2006/main" id="8" idx="1"/>
          </p:cNvCxnSpPr>
          <p:nvPr/>
        </p:nvCxnSpPr>
        <p:spPr>
          <a:xfrm xmlns:a="http://schemas.openxmlformats.org/drawingml/2006/main">
            <a:off x="2447925" y="2547938"/>
            <a:ext cx="43815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27" name="own-text-35">
            <a:extLst xmlns:a="http://schemas.openxmlformats.org/drawingml/2006/main">
              <a:ext uri="{FF2B5EF4-FFF2-40B4-BE49-F238E27FC236}">
                <a16:creationId xmlns:a16="http://schemas.microsoft.com/office/drawing/2014/main" id="{EF912B1C-AE16-4B64-986C-58105258BF2B}"/>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36">
            <a:extLst xmlns:a="http://schemas.openxmlformats.org/drawingml/2006/main">
              <a:ext uri="{FF2B5EF4-FFF2-40B4-BE49-F238E27FC236}">
                <a16:creationId xmlns:a16="http://schemas.microsoft.com/office/drawing/2014/main" id="{96A28DCB-A59D-4BC9-9017-5139A7AA6D06}"/>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37">
            <a:extLst xmlns:a="http://schemas.openxmlformats.org/drawingml/2006/main">
              <a:ext uri="{FF2B5EF4-FFF2-40B4-BE49-F238E27FC236}">
                <a16:creationId xmlns:a16="http://schemas.microsoft.com/office/drawing/2014/main" id="{0088C7BC-B947-4065-8EF1-B8E102B58261}"/>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38">
            <a:extLst xmlns:a="http://schemas.openxmlformats.org/drawingml/2006/main">
              <a:ext uri="{FF2B5EF4-FFF2-40B4-BE49-F238E27FC236}">
                <a16:creationId xmlns:a16="http://schemas.microsoft.com/office/drawing/2014/main" id="{4F41FAF8-0146-49F4-A56E-7C7E33A5C2A4}"/>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xmlns:a="http://schemas.openxmlformats.org/drawingml/2006/main">
              <a:ext uri="{FF2B5EF4-FFF2-40B4-BE49-F238E27FC236}">
                <a16:creationId xmlns:a16="http://schemas.microsoft.com/office/drawing/2014/main" id="{030B12BA-AE7B-477E-8D4A-FEE267EA4BF2}"/>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04</a:t>
            </a:r>
          </a:p>
        </p:txBody>
      </p:sp>
      <p:sp>
        <p:nvSpPr>
          <p:cNvPr id="6" name="own-text-40">
            <a:extLst xmlns:a="http://schemas.openxmlformats.org/drawingml/2006/main">
              <a:ext uri="{FF2B5EF4-FFF2-40B4-BE49-F238E27FC236}">
                <a16:creationId xmlns:a16="http://schemas.microsoft.com/office/drawing/2014/main" id="{153A7452-69B0-47CC-BCC2-D1943FC2772F}"/>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41">
            <a:extLst xmlns:a="http://schemas.openxmlformats.org/drawingml/2006/main">
              <a:ext uri="{FF2B5EF4-FFF2-40B4-BE49-F238E27FC236}">
                <a16:creationId xmlns:a16="http://schemas.microsoft.com/office/drawing/2014/main" id="{C19FB4DD-C23B-4867-985A-989A722E1575}"/>
              </a:ext>
            </a:extLst>
          </p:cNvPr>
          <p:cNvSpPr>
            <a:spLocks xmlns:a="http://schemas.openxmlformats.org/drawingml/2006/main" noGrp="1"/>
          </p:cNvSpPr>
          <p:nvPr/>
        </p:nvSpPr>
        <p:spPr>
          <a:xfrm xmlns:a="http://schemas.openxmlformats.org/drawingml/2006/main">
            <a:off x="628650" y="2200275"/>
            <a:ext cx="181927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42">
            <a:extLst xmlns:a="http://schemas.openxmlformats.org/drawingml/2006/main">
              <a:ext uri="{FF2B5EF4-FFF2-40B4-BE49-F238E27FC236}">
                <a16:creationId xmlns:a16="http://schemas.microsoft.com/office/drawing/2014/main" id="{05C96C3B-93DE-4297-85B9-B986172CC65E}"/>
              </a:ext>
            </a:extLst>
          </p:cNvPr>
          <p:cNvSpPr>
            <a:spLocks xmlns:a="http://schemas.openxmlformats.org/drawingml/2006/main" noGrp="1"/>
          </p:cNvSpPr>
          <p:nvPr/>
        </p:nvSpPr>
        <p:spPr>
          <a:xfrm xmlns:a="http://schemas.openxmlformats.org/drawingml/2006/main">
            <a:off x="2886075" y="2200275"/>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43">
            <a:extLst xmlns:a="http://schemas.openxmlformats.org/drawingml/2006/main">
              <a:ext uri="{FF2B5EF4-FFF2-40B4-BE49-F238E27FC236}">
                <a16:creationId xmlns:a16="http://schemas.microsoft.com/office/drawing/2014/main" id="{A9DA779F-098C-4BF6-8244-3D101FBC17C9}"/>
              </a:ext>
            </a:extLst>
          </p:cNvPr>
          <p:cNvSpPr>
            <a:spLocks xmlns:a="http://schemas.openxmlformats.org/drawingml/2006/main" noGrp="1"/>
          </p:cNvSpPr>
          <p:nvPr/>
        </p:nvSpPr>
        <p:spPr>
          <a:xfrm xmlns:a="http://schemas.openxmlformats.org/drawingml/2006/main">
            <a:off x="5143500"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44">
            <a:extLst xmlns:a="http://schemas.openxmlformats.org/drawingml/2006/main">
              <a:ext uri="{FF2B5EF4-FFF2-40B4-BE49-F238E27FC236}">
                <a16:creationId xmlns:a16="http://schemas.microsoft.com/office/drawing/2014/main" id="{7062FBC1-32ED-434B-9A60-5F7E5DCDDDA7}"/>
              </a:ext>
            </a:extLst>
          </p:cNvPr>
          <p:cNvSpPr>
            <a:spLocks xmlns:a="http://schemas.openxmlformats.org/drawingml/2006/main" noGrp="1"/>
          </p:cNvSpPr>
          <p:nvPr/>
        </p:nvSpPr>
        <p:spPr>
          <a:xfrm xmlns:a="http://schemas.openxmlformats.org/drawingml/2006/main">
            <a:off x="7877175" y="2200275"/>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45">
            <a:extLst xmlns:a="http://schemas.openxmlformats.org/drawingml/2006/main">
              <a:ext uri="{FF2B5EF4-FFF2-40B4-BE49-F238E27FC236}">
                <a16:creationId xmlns:a16="http://schemas.microsoft.com/office/drawing/2014/main" id="{3DF87157-21A0-49B5-A3FA-5B3C690CB1ED}"/>
              </a:ext>
            </a:extLst>
          </p:cNvPr>
          <p:cNvSpPr>
            <a:spLocks xmlns:a="http://schemas.openxmlformats.org/drawingml/2006/main" noGrp="1"/>
          </p:cNvSpPr>
          <p:nvPr/>
        </p:nvSpPr>
        <p:spPr>
          <a:xfrm xmlns:a="http://schemas.openxmlformats.org/drawingml/2006/main">
            <a:off x="10610850" y="2200275"/>
            <a:ext cx="2476500" cy="69532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46">
            <a:extLst xmlns:a="http://schemas.openxmlformats.org/drawingml/2006/main">
              <a:ext uri="{FF2B5EF4-FFF2-40B4-BE49-F238E27FC236}">
                <a16:creationId xmlns:a16="http://schemas.microsoft.com/office/drawing/2014/main" id="{C613E38E-C28D-4427-9F7F-47205858FC16}"/>
              </a:ext>
            </a:extLst>
          </p:cNvPr>
          <p:cNvSpPr>
            <a:spLocks xmlns:a="http://schemas.openxmlformats.org/drawingml/2006/main" noGrp="1"/>
          </p:cNvSpPr>
          <p:nvPr/>
        </p:nvSpPr>
        <p:spPr>
          <a:xfrm xmlns:a="http://schemas.openxmlformats.org/drawingml/2006/main">
            <a:off x="2886075" y="3600450"/>
            <a:ext cx="1819275" cy="695325"/>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47">
            <a:extLst xmlns:a="http://schemas.openxmlformats.org/drawingml/2006/main">
              <a:ext uri="{FF2B5EF4-FFF2-40B4-BE49-F238E27FC236}">
                <a16:creationId xmlns:a16="http://schemas.microsoft.com/office/drawing/2014/main" id="{479059E3-E894-4F1A-AB0B-4786F857D323}"/>
              </a:ext>
            </a:extLst>
          </p:cNvPr>
          <p:cNvSpPr>
            <a:spLocks xmlns:a="http://schemas.openxmlformats.org/drawingml/2006/main" noGrp="1"/>
          </p:cNvSpPr>
          <p:nvPr/>
        </p:nvSpPr>
        <p:spPr>
          <a:xfrm xmlns:a="http://schemas.openxmlformats.org/drawingml/2006/main">
            <a:off x="5143500"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48">
            <a:extLst xmlns:a="http://schemas.openxmlformats.org/drawingml/2006/main">
              <a:ext uri="{FF2B5EF4-FFF2-40B4-BE49-F238E27FC236}">
                <a16:creationId xmlns:a16="http://schemas.microsoft.com/office/drawing/2014/main" id="{FFC23CF1-35B3-495B-981B-D006A9D2F9CF}"/>
              </a:ext>
            </a:extLst>
          </p:cNvPr>
          <p:cNvSpPr>
            <a:spLocks xmlns:a="http://schemas.openxmlformats.org/drawingml/2006/main" noGrp="1"/>
          </p:cNvSpPr>
          <p:nvPr/>
        </p:nvSpPr>
        <p:spPr>
          <a:xfrm xmlns:a="http://schemas.openxmlformats.org/drawingml/2006/main">
            <a:off x="7877175" y="3600450"/>
            <a:ext cx="2295525" cy="69532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49">
            <a:extLst xmlns:a="http://schemas.openxmlformats.org/drawingml/2006/main">
              <a:ext uri="{FF2B5EF4-FFF2-40B4-BE49-F238E27FC236}">
                <a16:creationId xmlns:a16="http://schemas.microsoft.com/office/drawing/2014/main" id="{F920AA95-142E-49B1-98DF-4B7B9BD8B90C}"/>
              </a:ext>
            </a:extLst>
          </p:cNvPr>
          <p:cNvSpPr>
            <a:spLocks xmlns:a="http://schemas.openxmlformats.org/drawingml/2006/main" noGrp="1"/>
          </p:cNvSpPr>
          <p:nvPr/>
        </p:nvSpPr>
        <p:spPr>
          <a:xfrm xmlns:a="http://schemas.openxmlformats.org/drawingml/2006/main">
            <a:off x="628650" y="3571875"/>
            <a:ext cx="2047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0">
            <a:extLst xmlns:a="http://schemas.openxmlformats.org/drawingml/2006/main">
              <a:ext uri="{FF2B5EF4-FFF2-40B4-BE49-F238E27FC236}">
                <a16:creationId xmlns:a16="http://schemas.microsoft.com/office/drawing/2014/main" id="{32D61763-A8B4-40E8-BF61-973C92D7C3B1}"/>
              </a:ext>
            </a:extLst>
          </p:cNvPr>
          <p:cNvSpPr>
            <a:spLocks xmlns:a="http://schemas.openxmlformats.org/drawingml/2006/main" noGrp="1"/>
          </p:cNvSpPr>
          <p:nvPr/>
        </p:nvSpPr>
        <p:spPr>
          <a:xfrm xmlns:a="http://schemas.openxmlformats.org/drawingml/2006/main">
            <a:off x="10610850" y="3571875"/>
            <a:ext cx="2476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
            <a:extLst xmlns:a="http://schemas.openxmlformats.org/drawingml/2006/main">
              <a:ext uri="{FF2B5EF4-FFF2-40B4-BE49-F238E27FC236}">
                <a16:creationId xmlns:a16="http://schemas.microsoft.com/office/drawing/2014/main" id="{DEA12B10-EC28-422C-A17D-80B5F4D63072}"/>
              </a:ext>
            </a:extLst>
          </p:cNvPr>
          <p:cNvGraphicFramePr/>
          <p:nvPr/>
        </p:nvGraphicFramePr>
        <p:xfrm>
          <a:off xmlns:a="http://schemas.openxmlformats.org/drawingml/2006/main" x="628650" y="4886325"/>
          <a:ext xmlns:a="http://schemas.openxmlformats.org/drawingml/2006/main" cx="12458700" cy="1571625"/>
        </p:xfrm>
        <a:graphic xmlns:a="http://schemas.openxmlformats.org/drawingml/2006/main">
          <a:graphicData uri="http://schemas.openxmlformats.org/drawingml/2006/table">
            <a:tbl>
              <a:tblPr/>
              <a:tblGrid>
                <a:gridCol w="3914775"/>
                <a:gridCol w="2847975"/>
                <a:gridCol w="2847975"/>
                <a:gridCol w="2847975"/>
              </a:tblGrid>
              <a:tr h="392906">
                <a:tc>
                  <a:txBody>
                    <a:bodyPr>
                      <a:noAutofit/>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 없이 검색</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초기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개선 판정</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392906">
                <a:tc>
                  <a:txBody>
                    <a:bodyPr>
                      <a:noAutofit/>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69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84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392906">
                <a:tc>
                  <a:txBody>
                    <a:bodyPr>
                      <a:noAutofit/>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161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181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182 / 201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392906">
                <a:tc>
                  <a:txBody>
                    <a:bodyPr>
                      <a:noAutofit/>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90 / 100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Tree>
    <p:extLst>
      <p:ext uri="{BB962C8B-B14F-4D97-AF65-F5344CB8AC3E}">
        <p14:creationId xmlns:p14="http://schemas.microsoft.com/office/powerpoint/2010/main" val="1076080742"/>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A26D4EB2-3C44-40D5-92BE-0063241F0EEA}"/>
              </a:ext>
            </a:extLst>
          </p:cNvPr>
          <p:cNvCxnSpPr>
            <a:stCxn xmlns:a="http://schemas.openxmlformats.org/drawingml/2006/main" id="8" idx="3"/>
            <a:endCxn xmlns:a="http://schemas.openxmlformats.org/drawingml/2006/main" id="9" idx="1"/>
          </p:cNvCxnSpPr>
          <p:nvPr/>
        </p:nvCxnSpPr>
        <p:spPr>
          <a:xfrm xmlns:a="http://schemas.openxmlformats.org/drawingml/2006/main">
            <a:off x="2914650" y="3043238"/>
            <a:ext cx="1143000"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9" name="own-text-51">
            <a:extLst xmlns:a="http://schemas.openxmlformats.org/drawingml/2006/main">
              <a:ext uri="{FF2B5EF4-FFF2-40B4-BE49-F238E27FC236}">
                <a16:creationId xmlns:a16="http://schemas.microsoft.com/office/drawing/2014/main" id="{2210D7F6-5219-48F4-AB12-0B1C77ED9B84}"/>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52">
            <a:extLst xmlns:a="http://schemas.openxmlformats.org/drawingml/2006/main">
              <a:ext uri="{FF2B5EF4-FFF2-40B4-BE49-F238E27FC236}">
                <a16:creationId xmlns:a16="http://schemas.microsoft.com/office/drawing/2014/main" id="{F25390F5-36B8-4E6A-B133-D36760C4BC36}"/>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53">
            <a:extLst xmlns:a="http://schemas.openxmlformats.org/drawingml/2006/main">
              <a:ext uri="{FF2B5EF4-FFF2-40B4-BE49-F238E27FC236}">
                <a16:creationId xmlns:a16="http://schemas.microsoft.com/office/drawing/2014/main" id="{D8EF1EAD-F235-4602-A644-1870254A357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54">
            <a:extLst xmlns:a="http://schemas.openxmlformats.org/drawingml/2006/main">
              <a:ext uri="{FF2B5EF4-FFF2-40B4-BE49-F238E27FC236}">
                <a16:creationId xmlns:a16="http://schemas.microsoft.com/office/drawing/2014/main" id="{2103CBD1-76ED-4A0E-827C-126B7AFC1839}"/>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5">
            <a:extLst xmlns:a="http://schemas.openxmlformats.org/drawingml/2006/main">
              <a:ext uri="{FF2B5EF4-FFF2-40B4-BE49-F238E27FC236}">
                <a16:creationId xmlns:a16="http://schemas.microsoft.com/office/drawing/2014/main" id="{295DDCEF-C7D3-4306-92B2-180F8B26F080}"/>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05</a:t>
            </a:r>
          </a:p>
        </p:txBody>
      </p:sp>
      <p:sp>
        <p:nvSpPr>
          <p:cNvPr id="6" name="own-text-56">
            <a:extLst xmlns:a="http://schemas.openxmlformats.org/drawingml/2006/main">
              <a:ext uri="{FF2B5EF4-FFF2-40B4-BE49-F238E27FC236}">
                <a16:creationId xmlns:a16="http://schemas.microsoft.com/office/drawing/2014/main" id="{7E1731C6-A58E-4BA4-9E12-48FB3E237BCA}"/>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57">
            <a:extLst xmlns:a="http://schemas.openxmlformats.org/drawingml/2006/main">
              <a:ext uri="{FF2B5EF4-FFF2-40B4-BE49-F238E27FC236}">
                <a16:creationId xmlns:a16="http://schemas.microsoft.com/office/drawing/2014/main" id="{B5EF1681-7737-44E7-A3BB-4F7B398C2E58}"/>
              </a:ext>
            </a:extLst>
          </p:cNvPr>
          <p:cNvSpPr>
            <a:spLocks xmlns:a="http://schemas.openxmlformats.org/drawingml/2006/main" noGrp="1"/>
          </p:cNvSpPr>
          <p:nvPr/>
        </p:nvSpPr>
        <p:spPr>
          <a:xfrm xmlns:a="http://schemas.openxmlformats.org/drawingml/2006/main">
            <a:off x="62865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58">
            <a:extLst xmlns:a="http://schemas.openxmlformats.org/drawingml/2006/main">
              <a:ext uri="{FF2B5EF4-FFF2-40B4-BE49-F238E27FC236}">
                <a16:creationId xmlns:a16="http://schemas.microsoft.com/office/drawing/2014/main" id="{90640063-72BE-49F1-B496-FEB3767040ED}"/>
              </a:ext>
            </a:extLst>
          </p:cNvPr>
          <p:cNvSpPr>
            <a:spLocks xmlns:a="http://schemas.openxmlformats.org/drawingml/2006/main" noGrp="1"/>
          </p:cNvSpPr>
          <p:nvPr/>
        </p:nvSpPr>
        <p:spPr>
          <a:xfrm xmlns:a="http://schemas.openxmlformats.org/drawingml/2006/main">
            <a:off x="628650" y="2686050"/>
            <a:ext cx="228600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59">
            <a:extLst xmlns:a="http://schemas.openxmlformats.org/drawingml/2006/main">
              <a:ext uri="{FF2B5EF4-FFF2-40B4-BE49-F238E27FC236}">
                <a16:creationId xmlns:a16="http://schemas.microsoft.com/office/drawing/2014/main" id="{6E9A68F6-FB0C-47A7-9D5E-794EB725B8E9}"/>
              </a:ext>
            </a:extLst>
          </p:cNvPr>
          <p:cNvSpPr>
            <a:spLocks xmlns:a="http://schemas.openxmlformats.org/drawingml/2006/main" noGrp="1"/>
          </p:cNvSpPr>
          <p:nvPr/>
        </p:nvSpPr>
        <p:spPr>
          <a:xfrm xmlns:a="http://schemas.openxmlformats.org/drawingml/2006/main">
            <a:off x="4057650" y="2686050"/>
            <a:ext cx="2381250" cy="714375"/>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xmlns:a="http://schemas.openxmlformats.org/drawingml/2006/main">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0">
            <a:extLst xmlns:a="http://schemas.openxmlformats.org/drawingml/2006/main">
              <a:ext uri="{FF2B5EF4-FFF2-40B4-BE49-F238E27FC236}">
                <a16:creationId xmlns:a16="http://schemas.microsoft.com/office/drawing/2014/main" id="{3B26AFF1-31B1-4A15-A0E5-C0FD4A0F0417}"/>
              </a:ext>
            </a:extLst>
          </p:cNvPr>
          <p:cNvSpPr>
            <a:spLocks xmlns:a="http://schemas.openxmlformats.org/drawingml/2006/main" noGrp="1"/>
          </p:cNvSpPr>
          <p:nvPr/>
        </p:nvSpPr>
        <p:spPr>
          <a:xfrm xmlns:a="http://schemas.openxmlformats.org/drawingml/2006/main">
            <a:off x="628650" y="3648075"/>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xmlns:a="http://schemas.openxmlformats.org/drawingml/2006/main">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61">
            <a:extLst xmlns:a="http://schemas.openxmlformats.org/drawingml/2006/main">
              <a:ext uri="{FF2B5EF4-FFF2-40B4-BE49-F238E27FC236}">
                <a16:creationId xmlns:a16="http://schemas.microsoft.com/office/drawing/2014/main" id="{40EBC2FD-86D8-4A19-A4B2-1524B210EB78}"/>
              </a:ext>
            </a:extLst>
          </p:cNvPr>
          <p:cNvSpPr>
            <a:spLocks xmlns:a="http://schemas.openxmlformats.org/drawingml/2006/main" noGrp="1"/>
          </p:cNvSpPr>
          <p:nvPr/>
        </p:nvSpPr>
        <p:spPr>
          <a:xfrm xmlns:a="http://schemas.openxmlformats.org/drawingml/2006/main">
            <a:off x="628650" y="4229100"/>
            <a:ext cx="5810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xmlns:a="http://schemas.openxmlformats.org/drawingml/2006/main">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62">
            <a:extLst xmlns:a="http://schemas.openxmlformats.org/drawingml/2006/main">
              <a:ext uri="{FF2B5EF4-FFF2-40B4-BE49-F238E27FC236}">
                <a16:creationId xmlns:a16="http://schemas.microsoft.com/office/drawing/2014/main" id="{22708E0A-67EC-4D8F-9232-149AF9A7CF20}"/>
              </a:ext>
            </a:extLst>
          </p:cNvPr>
          <p:cNvSpPr>
            <a:spLocks xmlns:a="http://schemas.openxmlformats.org/drawingml/2006/main" noGrp="1"/>
          </p:cNvSpPr>
          <p:nvPr/>
        </p:nvSpPr>
        <p:spPr>
          <a:xfrm xmlns:a="http://schemas.openxmlformats.org/drawingml/2006/main">
            <a:off x="628650" y="4629150"/>
            <a:ext cx="581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xmlns:a="http://schemas.openxmlformats.org/drawingml/2006/main">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63">
            <a:extLst xmlns:a="http://schemas.openxmlformats.org/drawingml/2006/main">
              <a:ext uri="{FF2B5EF4-FFF2-40B4-BE49-F238E27FC236}">
                <a16:creationId xmlns:a16="http://schemas.microsoft.com/office/drawing/2014/main" id="{00A141D5-9E46-42AE-AE8C-1EE36F424885}"/>
              </a:ext>
            </a:extLst>
          </p:cNvPr>
          <p:cNvSpPr>
            <a:spLocks xmlns:a="http://schemas.openxmlformats.org/drawingml/2006/main" noGrp="1"/>
          </p:cNvSpPr>
          <p:nvPr/>
        </p:nvSpPr>
        <p:spPr>
          <a:xfrm xmlns:a="http://schemas.openxmlformats.org/drawingml/2006/main">
            <a:off x="628650" y="5372100"/>
            <a:ext cx="581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xmlns:a="http://schemas.openxmlformats.org/drawingml/2006/main">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64">
            <a:extLst xmlns:a="http://schemas.openxmlformats.org/drawingml/2006/main">
              <a:ext uri="{FF2B5EF4-FFF2-40B4-BE49-F238E27FC236}">
                <a16:creationId xmlns:a16="http://schemas.microsoft.com/office/drawing/2014/main" id="{5BCD712A-53D6-40C2-8A57-4FD107E3FB19}"/>
              </a:ext>
            </a:extLst>
          </p:cNvPr>
          <p:cNvSpPr>
            <a:spLocks xmlns:a="http://schemas.openxmlformats.org/drawingml/2006/main" noGrp="1"/>
          </p:cNvSpPr>
          <p:nvPr/>
        </p:nvSpPr>
        <p:spPr>
          <a:xfrm xmlns:a="http://schemas.openxmlformats.org/drawingml/2006/main">
            <a:off x="7086600" y="2105025"/>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xmlns:a="http://schemas.openxmlformats.org/drawingml/2006/main">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
            <a:extLst xmlns:a="http://schemas.openxmlformats.org/drawingml/2006/main">
              <a:ext uri="{FF2B5EF4-FFF2-40B4-BE49-F238E27FC236}">
                <a16:creationId xmlns:a16="http://schemas.microsoft.com/office/drawing/2014/main" id="{DE95C868-CCAB-472F-BD7D-4451EAAC4F12}"/>
              </a:ext>
            </a:extLst>
          </p:cNvPr>
          <p:cNvGraphicFramePr/>
          <p:nvPr/>
        </p:nvGraphicFramePr>
        <p:xfrm>
          <a:off xmlns:a="http://schemas.openxmlformats.org/drawingml/2006/main" x="7086600" y="2686050"/>
          <a:ext xmlns:a="http://schemas.openxmlformats.org/drawingml/2006/main" cx="6000750" cy="2400300"/>
        </p:xfrm>
        <a:graphic xmlns:a="http://schemas.openxmlformats.org/drawingml/2006/main">
          <a:graphicData uri="http://schemas.openxmlformats.org/drawingml/2006/table">
            <a:tbl>
              <a:tblPr/>
              <a:tblGrid>
                <a:gridCol w="2876550"/>
                <a:gridCol w="1657350"/>
                <a:gridCol w="1466850"/>
              </a:tblGrid>
              <a:tr h="600075">
                <a:tc>
                  <a:txBody>
                    <a:bodyPr>
                      <a:noAutofit/>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생략</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748" b="1">
                          <a:solidFill>
                            <a:srgbClr val="FFFFFF"/>
                          </a:solidFill>
                          <a:latin typeface="맑은 고딕"/>
                          <a:ea typeface="맑은 고딕"/>
                          <a:cs typeface="맑은 고딕"/>
                        </a:rPr>
                        <a:t>비율</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600075">
                <a:tc>
                  <a:txBody>
                    <a:bodyPr>
                      <a:noAutofit/>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66 / 141</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748" b="0">
                          <a:solidFill>
                            <a:srgbClr val="17171A"/>
                          </a:solidFill>
                          <a:latin typeface="맑은 고딕"/>
                          <a:ea typeface="맑은 고딕"/>
                          <a:cs typeface="맑은 고딕"/>
                        </a:rPr>
                        <a:t>46.8%</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600075">
                <a:tc>
                  <a:txBody>
                    <a:bodyPr>
                      <a:noAutofit/>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174 / 390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44.6%</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600075">
                <a:tc>
                  <a:txBody>
                    <a:bodyPr>
                      <a:noAutofit/>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49 / 50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748" b="1">
                          <a:solidFill>
                            <a:srgbClr val="F72585"/>
                          </a:solidFill>
                          <a:latin typeface="맑은 고딕"/>
                          <a:ea typeface="맑은 고딕"/>
                          <a:cs typeface="맑은 고딕"/>
                        </a:rPr>
                        <a:t>98.0%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bl>
          </a:graphicData>
        </a:graphic>
      </p:graphicFrame>
      <p:sp>
        <p:nvSpPr>
          <p:cNvPr id="17" name="own-text-65">
            <a:extLst xmlns:a="http://schemas.openxmlformats.org/drawingml/2006/main">
              <a:ext uri="{FF2B5EF4-FFF2-40B4-BE49-F238E27FC236}">
                <a16:creationId xmlns:a16="http://schemas.microsoft.com/office/drawing/2014/main" id="{15C62E28-482E-4A75-BB81-BAF7B2A9E7E6}"/>
              </a:ext>
            </a:extLst>
          </p:cNvPr>
          <p:cNvSpPr>
            <a:spLocks xmlns:a="http://schemas.openxmlformats.org/drawingml/2006/main" noGrp="1"/>
          </p:cNvSpPr>
          <p:nvPr/>
        </p:nvSpPr>
        <p:spPr>
          <a:xfrm xmlns:a="http://schemas.openxmlformats.org/drawingml/2006/main">
            <a:off x="7086600" y="5457825"/>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66">
            <a:extLst xmlns:a="http://schemas.openxmlformats.org/drawingml/2006/main">
              <a:ext uri="{FF2B5EF4-FFF2-40B4-BE49-F238E27FC236}">
                <a16:creationId xmlns:a16="http://schemas.microsoft.com/office/drawing/2014/main" id="{6C872687-9A1F-482E-8E57-1659B9DB7B63}"/>
              </a:ext>
            </a:extLst>
          </p:cNvPr>
          <p:cNvSpPr>
            <a:spLocks xmlns:a="http://schemas.openxmlformats.org/drawingml/2006/main" noGrp="1"/>
          </p:cNvSpPr>
          <p:nvPr/>
        </p:nvSpPr>
        <p:spPr>
          <a:xfrm xmlns:a="http://schemas.openxmlformats.org/drawingml/2006/main">
            <a:off x="7086600" y="59721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831186707"/>
      </p:ext>
    </p:extLst>
  </p:cSld>
</p:sld>
</file>

<file path=ppt/slides/slide6.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37ACD6C6-3A77-4A7C-B4D6-175AE0831FF3}"/>
              </a:ext>
            </a:extLst>
          </p:cNvPr>
          <p:cNvCxnSpPr>
            <a:stCxn xmlns:a="http://schemas.openxmlformats.org/drawingml/2006/main" id="8" idx="3"/>
            <a:endCxn xmlns:a="http://schemas.openxmlformats.org/drawingml/2006/main" id="9" idx="1"/>
          </p:cNvCxnSpPr>
          <p:nvPr/>
        </p:nvCxnSpPr>
        <p:spPr>
          <a:xfrm xmlns:a="http://schemas.openxmlformats.org/drawingml/2006/main">
            <a:off x="9410700" y="2447925"/>
            <a:ext cx="75247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cxnSp>
        <p:nvCxnSpPr>
          <p:cNvPr id="10" name="">
            <a:extLst xmlns:a="http://schemas.openxmlformats.org/drawingml/2006/main">
              <a:ext uri="{FF2B5EF4-FFF2-40B4-BE49-F238E27FC236}">
                <a16:creationId xmlns:a16="http://schemas.microsoft.com/office/drawing/2014/main" id="{91CC0CB7-B686-412D-A75E-044AB71E8E84}"/>
              </a:ext>
            </a:extLst>
          </p:cNvPr>
          <p:cNvCxnSpPr>
            <a:stCxn xmlns:a="http://schemas.openxmlformats.org/drawingml/2006/main" id="7" idx="3"/>
            <a:endCxn xmlns:a="http://schemas.openxmlformats.org/drawingml/2006/main" id="8" idx="1"/>
          </p:cNvCxnSpPr>
          <p:nvPr/>
        </p:nvCxnSpPr>
        <p:spPr>
          <a:xfrm xmlns:a="http://schemas.openxmlformats.org/drawingml/2006/main">
            <a:off x="5676900" y="2447925"/>
            <a:ext cx="809625" cy="0"/>
          </a:xfrm>
          <a:prstGeom xmlns:a="http://schemas.openxmlformats.org/drawingml/2006/main" prst="straightConnector1">
            <a:avLst/>
          </a:prstGeom>
          <a:ln xmlns:a="http://schemas.openxmlformats.org/drawingml/2006/main" w="19050">
            <a:solidFill>
              <a:srgbClr val="F72585"/>
            </a:solidFill>
            <a:prstDash val="solid"/>
            <a:tailEnd type="triangle" w="sm" len="sm"/>
          </a:ln>
        </p:spPr>
      </p:cxnSp>
      <p:sp>
        <p:nvSpPr>
          <p:cNvPr id="15" name="own-text-67">
            <a:extLst xmlns:a="http://schemas.openxmlformats.org/drawingml/2006/main">
              <a:ext uri="{FF2B5EF4-FFF2-40B4-BE49-F238E27FC236}">
                <a16:creationId xmlns:a16="http://schemas.microsoft.com/office/drawing/2014/main" id="{BCC12D52-EA9D-4CE5-98A7-30C697F21C85}"/>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8">
            <a:extLst xmlns:a="http://schemas.openxmlformats.org/drawingml/2006/main">
              <a:ext uri="{FF2B5EF4-FFF2-40B4-BE49-F238E27FC236}">
                <a16:creationId xmlns:a16="http://schemas.microsoft.com/office/drawing/2014/main" id="{573D6807-0429-4509-8480-D461A95C1DA8}"/>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69">
            <a:extLst xmlns:a="http://schemas.openxmlformats.org/drawingml/2006/main">
              <a:ext uri="{FF2B5EF4-FFF2-40B4-BE49-F238E27FC236}">
                <a16:creationId xmlns:a16="http://schemas.microsoft.com/office/drawing/2014/main" id="{69532726-1806-4ADB-96B5-06D28817462A}"/>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0">
            <a:extLst xmlns:a="http://schemas.openxmlformats.org/drawingml/2006/main">
              <a:ext uri="{FF2B5EF4-FFF2-40B4-BE49-F238E27FC236}">
                <a16:creationId xmlns:a16="http://schemas.microsoft.com/office/drawing/2014/main" id="{EFDA9C0D-853C-48EB-8AA0-9B9E20D42018}"/>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71">
            <a:extLst xmlns:a="http://schemas.openxmlformats.org/drawingml/2006/main">
              <a:ext uri="{FF2B5EF4-FFF2-40B4-BE49-F238E27FC236}">
                <a16:creationId xmlns:a16="http://schemas.microsoft.com/office/drawing/2014/main" id="{BD6F4017-8D17-4F8D-B157-2783B7517ECD}"/>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06</a:t>
            </a:r>
          </a:p>
        </p:txBody>
      </p:sp>
      <p:sp>
        <p:nvSpPr>
          <p:cNvPr id="6" name="own-text-72">
            <a:extLst xmlns:a="http://schemas.openxmlformats.org/drawingml/2006/main">
              <a:ext uri="{FF2B5EF4-FFF2-40B4-BE49-F238E27FC236}">
                <a16:creationId xmlns:a16="http://schemas.microsoft.com/office/drawing/2014/main" id="{4E8E4512-AB24-4C46-B7D3-98AFC776EB30}"/>
              </a:ext>
            </a:extLst>
          </p:cNvPr>
          <p:cNvSpPr>
            <a:spLocks xmlns:a="http://schemas.openxmlformats.org/drawingml/2006/main" noGrp="1"/>
          </p:cNvSpPr>
          <p:nvPr/>
        </p:nvSpPr>
        <p:spPr>
          <a:xfrm xmlns:a="http://schemas.openxmlformats.org/drawingml/2006/main">
            <a:off x="628650" y="6610350"/>
            <a:ext cx="12458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xmlns:a="http://schemas.openxmlformats.org/drawingml/2006/main">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고지는 모델 본문에서 불가 안내가 두 문장 이상인 경우.</a:t>
            </a:r>
          </a:p>
        </p:txBody>
      </p:sp>
      <p:sp>
        <p:nvSpPr>
          <p:cNvPr id="7" name="pipeline-73">
            <a:extLst xmlns:a="http://schemas.openxmlformats.org/drawingml/2006/main">
              <a:ext uri="{FF2B5EF4-FFF2-40B4-BE49-F238E27FC236}">
                <a16:creationId xmlns:a16="http://schemas.microsoft.com/office/drawing/2014/main" id="{8FB67B40-BE1C-4545-A4C2-8EDF9B483CAD}"/>
              </a:ext>
            </a:extLst>
          </p:cNvPr>
          <p:cNvSpPr>
            <a:spLocks xmlns:a="http://schemas.openxmlformats.org/drawingml/2006/main" noGrp="1"/>
          </p:cNvSpPr>
          <p:nvPr/>
        </p:nvSpPr>
        <p:spPr>
          <a:xfrm xmlns:a="http://schemas.openxmlformats.org/drawingml/2006/main">
            <a:off x="628650" y="2047875"/>
            <a:ext cx="5048250" cy="800100"/>
          </a:xfrm>
          <a:prstGeom xmlns:a="http://schemas.openxmlformats.org/drawingml/2006/main" prst="rect">
            <a:avLst/>
          </a:prstGeom>
          <a:solidFill xmlns:a="http://schemas.openxmlformats.org/drawingml/2006/main">
            <a:srgbClr val="FFFFFF"/>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xmlns:a="http://schemas.openxmlformats.org/drawingml/2006/main">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74">
            <a:extLst xmlns:a="http://schemas.openxmlformats.org/drawingml/2006/main">
              <a:ext uri="{FF2B5EF4-FFF2-40B4-BE49-F238E27FC236}">
                <a16:creationId xmlns:a16="http://schemas.microsoft.com/office/drawing/2014/main" id="{4FBB6C4B-1AD9-4584-98B0-42EB2C39969F}"/>
              </a:ext>
            </a:extLst>
          </p:cNvPr>
          <p:cNvSpPr>
            <a:spLocks xmlns:a="http://schemas.openxmlformats.org/drawingml/2006/main" noGrp="1"/>
          </p:cNvSpPr>
          <p:nvPr/>
        </p:nvSpPr>
        <p:spPr>
          <a:xfrm xmlns:a="http://schemas.openxmlformats.org/drawingml/2006/main">
            <a:off x="6486525" y="2047875"/>
            <a:ext cx="2924175" cy="800100"/>
          </a:xfrm>
          <a:prstGeom xmlns:a="http://schemas.openxmlformats.org/drawingml/2006/main" prst="rect">
            <a:avLst/>
          </a:prstGeom>
          <a:solidFill xmlns:a="http://schemas.openxmlformats.org/drawingml/2006/main">
            <a:srgbClr val="FFF1F7"/>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xmlns:a="http://schemas.openxmlformats.org/drawingml/2006/main">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75">
            <a:extLst xmlns:a="http://schemas.openxmlformats.org/drawingml/2006/main">
              <a:ext uri="{FF2B5EF4-FFF2-40B4-BE49-F238E27FC236}">
                <a16:creationId xmlns:a16="http://schemas.microsoft.com/office/drawing/2014/main" id="{315F4217-3DD4-49F3-83DC-3EF4E4479CBB}"/>
              </a:ext>
            </a:extLst>
          </p:cNvPr>
          <p:cNvSpPr>
            <a:spLocks xmlns:a="http://schemas.openxmlformats.org/drawingml/2006/main" noGrp="1"/>
          </p:cNvSpPr>
          <p:nvPr/>
        </p:nvSpPr>
        <p:spPr>
          <a:xfrm xmlns:a="http://schemas.openxmlformats.org/drawingml/2006/main">
            <a:off x="10163175" y="2047875"/>
            <a:ext cx="2924175" cy="800100"/>
          </a:xfrm>
          <a:prstGeom xmlns:a="http://schemas.openxmlformats.org/drawingml/2006/main" prst="rect">
            <a:avLst/>
          </a:prstGeom>
          <a:solidFill xmlns:a="http://schemas.openxmlformats.org/drawingml/2006/main">
            <a:srgbClr val="17171A"/>
          </a:solidFill>
          <a:ln xmlns:a="http://schemas.openxmlformats.org/drawingml/2006/main" w="9525">
            <a:solidFill>
              <a:srgbClr val="DDDDE1"/>
            </a:solidFill>
            <a:prstDash val="solid"/>
          </a:ln>
        </p:spPr>
        <p:txBody>
          <a:bodyPr xmlns:a="http://schemas.openxmlformats.org/drawingml/2006/main" lIns="76200" tIns="76200" rIns="76200" bIns="76200" anchor="ctr">
            <a:noAutofit/>
          </a:bodyPr>
          <a:lstStyle xmlns:a="http://schemas.openxmlformats.org/drawingml/2006/main">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xmlns:a="http://schemas.openxmlformats.org/drawingml/2006/main">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
            <a:extLst xmlns:a="http://schemas.openxmlformats.org/drawingml/2006/main">
              <a:ext uri="{FF2B5EF4-FFF2-40B4-BE49-F238E27FC236}">
                <a16:creationId xmlns:a16="http://schemas.microsoft.com/office/drawing/2014/main" id="{BA798583-6716-49F3-81C9-E1C8B0CDE567}"/>
              </a:ext>
            </a:extLst>
          </p:cNvPr>
          <p:cNvGraphicFramePr/>
          <p:nvPr/>
        </p:nvGraphicFramePr>
        <p:xfrm>
          <a:off xmlns:a="http://schemas.openxmlformats.org/drawingml/2006/main" x="628650" y="3276600"/>
          <a:ext xmlns:a="http://schemas.openxmlformats.org/drawingml/2006/main" cx="12458700" cy="2543175"/>
        </p:xfrm>
        <a:graphic xmlns:a="http://schemas.openxmlformats.org/drawingml/2006/main">
          <a:graphicData uri="http://schemas.openxmlformats.org/drawingml/2006/table">
            <a:tbl>
              <a:tblPr/>
              <a:tblGrid>
                <a:gridCol w="4286250"/>
                <a:gridCol w="2724150"/>
                <a:gridCol w="2724150"/>
                <a:gridCol w="2724150"/>
              </a:tblGrid>
              <a:tr h="423863">
                <a:tc>
                  <a:txBody>
                    <a:bodyPr>
                      <a:noAutofit/>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통합</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판정만 질문별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답변·판정 모두 분리</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23863">
                <a:tc>
                  <a:txBody>
                    <a:bodyPr>
                      <a:noAutofit/>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276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257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270 / 337</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44</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33</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23863">
                <a:tc>
                  <a:txBody>
                    <a:bodyPr>
                      <a:noAutofit/>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17</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3</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1">
                          <a:solidFill>
                            <a:srgbClr val="F72585"/>
                          </a:solidFill>
                          <a:latin typeface="맑은 고딕"/>
                          <a:ea typeface="맑은 고딕"/>
                          <a:cs typeface="맑은 고딕"/>
                        </a:rPr>
                        <a:t>반복 고지</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81</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12</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c>
                  <a:txBody>
                    <a:bodyPr>
                      <a:noAutofit/>
                    </a:bodyPr>
                    <a:lstStyle/>
                    <a:p>
                      <a:r>
                        <a:rPr sz="1598" b="1">
                          <a:solidFill>
                            <a:srgbClr val="F72585"/>
                          </a:solidFill>
                          <a:latin typeface="맑은 고딕"/>
                          <a:ea typeface="맑은 고딕"/>
                          <a:cs typeface="맑은 고딕"/>
                        </a:rPr>
                        <a:t>0</a:t>
                      </a:r>
                    </a:p>
                  </a:txBody>
                  <a:tcPr marL="133350" marR="114300" marT="85725" marB="76200" anchor="ctr">
                    <a:lnR w="6668">
                      <a:solidFill>
                        <a:srgbClr val="DDDDE1"/>
                      </a:solidFill>
                      <a:prstDash val="solid"/>
                    </a:lnR>
                    <a:lnB w="6668">
                      <a:solidFill>
                        <a:srgbClr val="DDDDE1"/>
                      </a:solidFill>
                      <a:prstDash val="solid"/>
                    </a:lnB>
                    <a:solidFill>
                      <a:srgbClr val="FFF1F7"/>
                    </a:solidFill>
                  </a:tcPr>
                </a:tc>
              </a:tr>
              <a:tr h="423863">
                <a:tc>
                  <a:txBody>
                    <a:bodyPr>
                      <a:noAutofit/>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19</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22</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
        <p:nvSpPr>
          <p:cNvPr id="13" name="own-text-76">
            <a:extLst xmlns:a="http://schemas.openxmlformats.org/drawingml/2006/main">
              <a:ext uri="{FF2B5EF4-FFF2-40B4-BE49-F238E27FC236}">
                <a16:creationId xmlns:a16="http://schemas.microsoft.com/office/drawing/2014/main" id="{C69162BF-334C-4C09-BB76-8F61172C86BD}"/>
              </a:ext>
            </a:extLst>
          </p:cNvPr>
          <p:cNvSpPr>
            <a:spLocks xmlns:a="http://schemas.openxmlformats.org/drawingml/2006/main" noGrp="1"/>
          </p:cNvSpPr>
          <p:nvPr/>
        </p:nvSpPr>
        <p:spPr>
          <a:xfrm xmlns:a="http://schemas.openxmlformats.org/drawingml/2006/main">
            <a:off x="628650" y="6086475"/>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xmlns:a="http://schemas.openxmlformats.org/drawingml/2006/main">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77">
            <a:extLst xmlns:a="http://schemas.openxmlformats.org/drawingml/2006/main">
              <a:ext uri="{FF2B5EF4-FFF2-40B4-BE49-F238E27FC236}">
                <a16:creationId xmlns:a16="http://schemas.microsoft.com/office/drawing/2014/main" id="{478E81A1-C655-47D6-84C1-477F2E7C3B84}"/>
              </a:ext>
            </a:extLst>
          </p:cNvPr>
          <p:cNvSpPr>
            <a:spLocks xmlns:a="http://schemas.openxmlformats.org/drawingml/2006/main" noGrp="1"/>
          </p:cNvSpPr>
          <p:nvPr/>
        </p:nvSpPr>
        <p:spPr>
          <a:xfrm xmlns:a="http://schemas.openxmlformats.org/drawingml/2006/main">
            <a:off x="8524875" y="6096000"/>
            <a:ext cx="4562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xmlns:a="http://schemas.openxmlformats.org/drawingml/2006/main">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287055553"/>
      </p:ext>
    </p:extLst>
  </p:cSld>
</p:sld>
</file>

<file path=ppt/slides/slide7.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7" name="own-text-78">
            <a:extLst xmlns:a="http://schemas.openxmlformats.org/drawingml/2006/main">
              <a:ext uri="{FF2B5EF4-FFF2-40B4-BE49-F238E27FC236}">
                <a16:creationId xmlns:a16="http://schemas.microsoft.com/office/drawing/2014/main" id="{B6BBED5C-78E2-4509-BF55-CBFA367A1FDC}"/>
              </a:ext>
            </a:extLst>
          </p:cNvPr>
          <p:cNvSpPr>
            <a:spLocks xmlns:a="http://schemas.openxmlformats.org/drawingml/2006/main" noGrp="1"/>
          </p:cNvSpPr>
          <p:nvPr/>
        </p:nvSpPr>
        <p:spPr>
          <a:xfrm xmlns:a="http://schemas.openxmlformats.org/drawingml/2006/main">
            <a:off x="628650" y="420053"/>
            <a:ext cx="11430000" cy="3000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xmlns:a="http://schemas.openxmlformats.org/drawingml/2006/main">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79">
            <a:extLst xmlns:a="http://schemas.openxmlformats.org/drawingml/2006/main">
              <a:ext uri="{FF2B5EF4-FFF2-40B4-BE49-F238E27FC236}">
                <a16:creationId xmlns:a16="http://schemas.microsoft.com/office/drawing/2014/main" id="{3B3EE3DA-99E1-4784-BEFA-6EF98DDE17BF}"/>
              </a:ext>
            </a:extLst>
          </p:cNvPr>
          <p:cNvSpPr>
            <a:spLocks xmlns:a="http://schemas.openxmlformats.org/drawingml/2006/main" noGrp="1"/>
          </p:cNvSpPr>
          <p:nvPr/>
        </p:nvSpPr>
        <p:spPr>
          <a:xfrm xmlns:a="http://schemas.openxmlformats.org/drawingml/2006/main">
            <a:off x="628650" y="760095"/>
            <a:ext cx="1200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xmlns:a="http://schemas.openxmlformats.org/drawingml/2006/main">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0">
            <a:extLst xmlns:a="http://schemas.openxmlformats.org/drawingml/2006/main">
              <a:ext uri="{FF2B5EF4-FFF2-40B4-BE49-F238E27FC236}">
                <a16:creationId xmlns:a16="http://schemas.microsoft.com/office/drawing/2014/main" id="{BBD5A793-FDD8-44CD-B715-3B887ABB3D6C}"/>
              </a:ext>
            </a:extLst>
          </p:cNvPr>
          <p:cNvSpPr>
            <a:spLocks xmlns:a="http://schemas.openxmlformats.org/drawingml/2006/main" noGrp="1"/>
          </p:cNvSpPr>
          <p:nvPr/>
        </p:nvSpPr>
        <p:spPr>
          <a:xfrm xmlns:a="http://schemas.openxmlformats.org/drawingml/2006/main">
            <a:off x="628650" y="1500188"/>
            <a:ext cx="12001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xmlns:a="http://schemas.openxmlformats.org/drawingml/2006/main">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81">
            <a:extLst xmlns:a="http://schemas.openxmlformats.org/drawingml/2006/main">
              <a:ext uri="{FF2B5EF4-FFF2-40B4-BE49-F238E27FC236}">
                <a16:creationId xmlns:a16="http://schemas.microsoft.com/office/drawing/2014/main" id="{E57DBCCA-1C44-4D56-9BA2-0FF54F2A90E1}"/>
              </a:ext>
            </a:extLst>
          </p:cNvPr>
          <p:cNvSpPr>
            <a:spLocks xmlns:a="http://schemas.openxmlformats.org/drawingml/2006/main" noGrp="1"/>
          </p:cNvSpPr>
          <p:nvPr/>
        </p:nvSpPr>
        <p:spPr>
          <a:xfrm xmlns:a="http://schemas.openxmlformats.org/drawingml/2006/main">
            <a:off x="628650" y="7104698"/>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xmlns:a="http://schemas.openxmlformats.org/drawingml/2006/main">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2">
            <a:extLst xmlns:a="http://schemas.openxmlformats.org/drawingml/2006/main">
              <a:ext uri="{FF2B5EF4-FFF2-40B4-BE49-F238E27FC236}">
                <a16:creationId xmlns:a16="http://schemas.microsoft.com/office/drawing/2014/main" id="{063A8A65-1805-46BF-8053-BC50D4C756B1}"/>
              </a:ext>
            </a:extLst>
          </p:cNvPr>
          <p:cNvSpPr>
            <a:spLocks xmlns:a="http://schemas.openxmlformats.org/drawingml/2006/main" noGrp="1"/>
          </p:cNvSpPr>
          <p:nvPr/>
        </p:nvSpPr>
        <p:spPr>
          <a:xfrm xmlns:a="http://schemas.openxmlformats.org/drawingml/2006/main">
            <a:off x="12382500" y="7104698"/>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xmlns:a="http://schemas.openxmlformats.org/drawingml/2006/main">
            <a:pPr algn="r">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07</a:t>
            </a:r>
          </a:p>
        </p:txBody>
      </p:sp>
      <p:graphicFrame>
        <p:nvGraphicFramePr>
          <p:cNvPr id="6" name="">
            <a:extLst xmlns:a="http://schemas.openxmlformats.org/drawingml/2006/main">
              <a:ext uri="{FF2B5EF4-FFF2-40B4-BE49-F238E27FC236}">
                <a16:creationId xmlns:a16="http://schemas.microsoft.com/office/drawing/2014/main" id="{5248F911-1D8F-4E44-AD67-522EB0F14FB5}"/>
              </a:ext>
            </a:extLst>
          </p:cNvPr>
          <p:cNvGraphicFramePr/>
          <p:nvPr/>
        </p:nvGraphicFramePr>
        <p:xfrm>
          <a:off xmlns:a="http://schemas.openxmlformats.org/drawingml/2006/main" x="628650" y="2076450"/>
          <a:ext xmlns:a="http://schemas.openxmlformats.org/drawingml/2006/main" cx="12458700" cy="4010025"/>
        </p:xfrm>
        <a:graphic xmlns:a="http://schemas.openxmlformats.org/drawingml/2006/main">
          <a:graphicData uri="http://schemas.openxmlformats.org/drawingml/2006/table">
            <a:tbl>
              <a:tblPr/>
              <a:tblGrid>
                <a:gridCol w="2724150"/>
                <a:gridCol w="2657475"/>
                <a:gridCol w="7077075"/>
              </a:tblGrid>
              <a:tr h="445558">
                <a:tc>
                  <a:txBody>
                    <a:bodyPr>
                      <a:noAutofit/>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기본 주기</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noAutofit/>
                    </a:bodyPr>
                    <a:lstStyle/>
                    <a:p>
                      <a:r>
                        <a:rPr sz="1598" b="1">
                          <a:solidFill>
                            <a:srgbClr val="FFFFFF"/>
                          </a:solidFill>
                          <a:latin typeface="맑은 고딕"/>
                          <a:ea typeface="맑은 고딕"/>
                          <a:cs typeface="맑은 고딕"/>
                        </a:rPr>
                        <a:t>실행 기준·역할</a:t>
                      </a:r>
                    </a:p>
                  </a:txBody>
                  <a:tcPr marL="133350" marR="114300" marT="85725" marB="76200" anchor="ctr">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r>
              <a:tr h="445558">
                <a:tc>
                  <a:txBody>
                    <a:bodyPr>
                      <a:noAutofit/>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09:00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매시 정각</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월 한도 80%·100% 도달 안내</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매일 04:00</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1분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예약 확인 1분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2~15초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r h="445558">
                <a:tc>
                  <a:txBody>
                    <a:bodyPr>
                      <a:noAutofit/>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5초 / 5분</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c>
                  <a:txBody>
                    <a:bodyPr>
                      <a:noAutofit/>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R w="6668">
                      <a:solidFill>
                        <a:srgbClr val="DDDDE1"/>
                      </a:solidFill>
                      <a:prstDash val="solid"/>
                    </a:lnR>
                    <a:lnB w="6668">
                      <a:solidFill>
                        <a:srgbClr val="DDDDE1"/>
                      </a:solidFill>
                      <a:prstDash val="solid"/>
                    </a:lnB>
                    <a:solidFill>
                      <a:srgbClr val="FFFFFF"/>
                    </a:solidFill>
                  </a:tcPr>
                </a:tc>
              </a:tr>
            </a:tbl>
          </a:graphicData>
        </a:graphic>
      </p:graphicFrame>
    </p:spTree>
    <p:extLst>
      <p:ext uri="{BB962C8B-B14F-4D97-AF65-F5344CB8AC3E}">
        <p14:creationId xmlns:p14="http://schemas.microsoft.com/office/powerpoint/2010/main" val="1120546756"/>
      </p:ext>
    </p:extLst>
  </p:cSld>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UBo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2026-10-25T23:56:29.5340000Z</dcterms:created>
  <dcterms:modified xsi:type="dcterms:W3CDTF">2026-10-25T23:56:29.5340000Z</dcterms:modified>
</coreProperties>
</file>