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F828-4D85-AA89-70E15B2B10B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9A79-4600-AA5C-AA0D17597B16}"/>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9A79-4600-AA5C-AA0D17597B16}"/>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83231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C:/Ureka/ureca_project2/LLM_Test/presentation_work/revision_20261026_4b_selection/selection_metrics.json</a:t>
            </a:r>
          </a:p>
          <a:p>
            <a:r>
              <a:t>C:/Ureka/ureca_project2/LLM_Test/presentation_work/revision_20261026_4b_selection/derive_selection_metrics.py</a:t>
            </a:r>
          </a:p>
          <a:p>
            <a:r>
              <a:t>C:/Ureka/ureca_project2/LLM_Test/presentation_work/evidence_20261026/gemma_v3_v4_and_status.json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616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(27초)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C:/Ureka/ureca_project2/LLM_Test/presentation_work/revision_20261026_4b_selection/slide_metrics.json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9886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90342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C:/Ureka/ureca_project2/LLM_Test/presentation_work/revision_20261026_4b_selection/feedback_metrics.json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75281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C:/Ureka/ureca_project2/LLM_Test/presentation_work/revision_20261026_4b_selection/slide_metrics.json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58205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C:/Ureka/ureca_project2/LLM_Test/presentation_work/revision_20261026_4b_selection/derive_slide_metrics.py</a:t>
            </a:r>
          </a:p>
          <a:p>
            <a:r>
              <a:t>C:/Ureka/ureca_project2/LLM_Test/presentation_work/revision_20261026_4b_selection/slide_metrics.json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22205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10735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9BF23F5F-E06B-4953-848A-061CB5D81663}"/>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E50256BF-A3D0-49BF-BD29-8168DAFC6C1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a:ext uri="{FF2B5EF4-FFF2-40B4-BE49-F238E27FC236}">
                <a16:creationId xmlns:a16="http://schemas.microsoft.com/office/drawing/2014/main" id="{8A4B279B-EFBC-4155-AA7C-A8191167CDA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a:ext uri="{FF2B5EF4-FFF2-40B4-BE49-F238E27FC236}">
                <a16:creationId xmlns:a16="http://schemas.microsoft.com/office/drawing/2014/main" id="{F94F94CD-44A1-4C95-9234-4892093C868D}"/>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055D23AE-B16F-4322-A92F-BA247EBDE3E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E181B5BC-8F51-41E1-AFA0-8066062745F3}"/>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3142F013-F849-4494-8D4B-A13029CC8058}"/>
              </a:ext>
            </a:extLst>
          </p:cNvPr>
          <p:cNvGraphicFramePr/>
          <p:nvPr/>
        </p:nvGraphicFramePr>
        <p:xfrm>
          <a:off x="628650" y="2076450"/>
          <a:ext cx="7239000" cy="3886200"/>
        </p:xfrm>
        <a:graphic>
          <a:graphicData uri="http://schemas.openxmlformats.org/drawingml/2006/table">
            <a:tbl>
              <a:tblPr/>
              <a:tblGrid>
                <a:gridCol w="2143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323850">
                <a:tc>
                  <a:txBody>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질문에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47.6초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품질·지연 모두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대상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모델 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28.5초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이후 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4B 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MVP·서빙 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0066BBCE-9D20-4F79-B3D0-924E94C62761}"/>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C59F06AD-5D6D-4BBF-AB48-C53F327811BD}"/>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C5035426-730E-4294-B560-2794ED13586C}"/>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C595C03B-B67B-4BE2-BC3F-D24E9B3665E0}"/>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57E45CE7-82B5-45FE-B9CD-A1671AC296F5}"/>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4B3CF9FC-4AF6-4C79-8E78-8DAC35BA03E3}"/>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0D2693B0-81CE-4296-9B78-BBEA59A77A6D}"/>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48513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DB5C2CB9-09FB-4A6E-AD59-5E2713B3072E}"/>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082CB034-331B-4F40-8065-A8F63C1E249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a:ext uri="{FF2B5EF4-FFF2-40B4-BE49-F238E27FC236}">
                <a16:creationId xmlns:a16="http://schemas.microsoft.com/office/drawing/2014/main" id="{10AFF61F-FD95-47B6-B00E-A9E877CD010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a:ext uri="{FF2B5EF4-FFF2-40B4-BE49-F238E27FC236}">
                <a16:creationId xmlns:a16="http://schemas.microsoft.com/office/drawing/2014/main" id="{0B51FF6A-7D7F-4806-9BDF-30447044C7F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8A964A4E-4751-4B38-96CA-AFDB9E308D67}"/>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22ECE4AB-FCD7-4E49-84AB-B884E5938F1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5D5040E3-9734-4C22-8A4B-3934A0862137}"/>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8">
            <a:extLst>
              <a:ext uri="{FF2B5EF4-FFF2-40B4-BE49-F238E27FC236}">
                <a16:creationId xmlns:a16="http://schemas.microsoft.com/office/drawing/2014/main" id="{F97AF4DC-C697-494A-819C-909726B8D771}"/>
              </a:ext>
            </a:extLst>
          </p:cNvPr>
          <p:cNvSpPr>
            <a:spLocks noGrp="1"/>
          </p:cNvSpPr>
          <p:nvPr/>
        </p:nvSpPr>
        <p:spPr>
          <a:xfrm>
            <a:off x="9086850" y="2095500"/>
            <a:ext cx="400050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a:ext uri="{FF2B5EF4-FFF2-40B4-BE49-F238E27FC236}">
                <a16:creationId xmlns:a16="http://schemas.microsoft.com/office/drawing/2014/main" id="{FE970A2D-1A87-40B7-AAD6-E8513DA9E6C8}"/>
              </a:ext>
            </a:extLst>
          </p:cNvPr>
          <p:cNvSpPr>
            <a:spLocks noGrp="1"/>
          </p:cNvSpPr>
          <p:nvPr/>
        </p:nvSpPr>
        <p:spPr>
          <a:xfrm>
            <a:off x="9086850" y="2628900"/>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a:ext uri="{FF2B5EF4-FFF2-40B4-BE49-F238E27FC236}">
                <a16:creationId xmlns:a16="http://schemas.microsoft.com/office/drawing/2014/main" id="{8F3139E7-9A92-4373-86F1-F7402F1B293D}"/>
              </a:ext>
            </a:extLst>
          </p:cNvPr>
          <p:cNvSpPr>
            <a:spLocks noGrp="1"/>
          </p:cNvSpPr>
          <p:nvPr/>
        </p:nvSpPr>
        <p:spPr>
          <a:xfrm>
            <a:off x="9086850" y="3476625"/>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a:ext uri="{FF2B5EF4-FFF2-40B4-BE49-F238E27FC236}">
                <a16:creationId xmlns:a16="http://schemas.microsoft.com/office/drawing/2014/main" id="{CC1A69C4-E69A-4DB1-A0D1-2962F37D6848}"/>
              </a:ext>
            </a:extLst>
          </p:cNvPr>
          <p:cNvSpPr>
            <a:spLocks noGrp="1"/>
          </p:cNvSpPr>
          <p:nvPr/>
        </p:nvSpPr>
        <p:spPr>
          <a:xfrm>
            <a:off x="9086850" y="4333875"/>
            <a:ext cx="400050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a:ext uri="{FF2B5EF4-FFF2-40B4-BE49-F238E27FC236}">
                <a16:creationId xmlns:a16="http://schemas.microsoft.com/office/drawing/2014/main" id="{0A47EA0D-E395-422C-A154-373C08C335C1}"/>
              </a:ext>
            </a:extLst>
          </p:cNvPr>
          <p:cNvSpPr>
            <a:spLocks noGrp="1"/>
          </p:cNvSpPr>
          <p:nvPr/>
        </p:nvSpPr>
        <p:spPr>
          <a:xfrm>
            <a:off x="9086850" y="4829175"/>
            <a:ext cx="4000500" cy="61912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a:ext uri="{FF2B5EF4-FFF2-40B4-BE49-F238E27FC236}">
                <a16:creationId xmlns:a16="http://schemas.microsoft.com/office/drawing/2014/main" id="{976ACF4A-1B20-4614-97EA-4D9061B5F7A8}"/>
              </a:ext>
            </a:extLst>
          </p:cNvPr>
          <p:cNvSpPr>
            <a:spLocks noGrp="1"/>
          </p:cNvSpPr>
          <p:nvPr/>
        </p:nvSpPr>
        <p:spPr>
          <a:xfrm>
            <a:off x="9086850" y="5581650"/>
            <a:ext cx="4000500" cy="542925"/>
          </a:xfrm>
          <a:prstGeom prst="rect">
            <a:avLst/>
          </a:prstGeom>
          <a:noFill/>
          <a:ln w="0">
            <a:noFill/>
          </a:ln>
        </p:spPr>
        <p:txBody>
          <a:bodyPr wrap="square" lIns="0" tIns="0" rIns="0" bIns="0" anchor="t">
            <a:noAutofit/>
          </a:bodyPr>
          <a:lstStyle>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a:ext uri="{FF2B5EF4-FFF2-40B4-BE49-F238E27FC236}">
                <a16:creationId xmlns:a16="http://schemas.microsoft.com/office/drawing/2014/main" id="{F3DECA00-BBFF-4931-874C-22EF48180F85}"/>
              </a:ext>
            </a:extLst>
          </p:cNvPr>
          <p:cNvSpPr>
            <a:spLocks noGrp="1"/>
          </p:cNvSpPr>
          <p:nvPr/>
        </p:nvSpPr>
        <p:spPr>
          <a:xfrm>
            <a:off x="9086850" y="6248400"/>
            <a:ext cx="4000500" cy="247650"/>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a:ext uri="{FF2B5EF4-FFF2-40B4-BE49-F238E27FC236}">
                <a16:creationId xmlns:a16="http://schemas.microsoft.com/office/drawing/2014/main" id="{5B568101-4E56-43F8-8227-6901D9284434}"/>
              </a:ext>
            </a:extLst>
          </p:cNvPr>
          <p:cNvSpPr>
            <a:spLocks noGrp="1"/>
          </p:cNvSpPr>
          <p:nvPr/>
        </p:nvSpPr>
        <p:spPr>
          <a:xfrm>
            <a:off x="628650" y="5924550"/>
            <a:ext cx="8001000" cy="619125"/>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2747953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26">
            <a:extLst>
              <a:ext uri="{FF2B5EF4-FFF2-40B4-BE49-F238E27FC236}">
                <a16:creationId xmlns:a16="http://schemas.microsoft.com/office/drawing/2014/main" id="{B4B9ABA7-AD0F-431D-8AFE-6B7A1E6424C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a:ext uri="{FF2B5EF4-FFF2-40B4-BE49-F238E27FC236}">
                <a16:creationId xmlns:a16="http://schemas.microsoft.com/office/drawing/2014/main" id="{1F15C4DB-AA12-447C-9EE5-73D87A16FE4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a:ext uri="{FF2B5EF4-FFF2-40B4-BE49-F238E27FC236}">
                <a16:creationId xmlns:a16="http://schemas.microsoft.com/office/drawing/2014/main" id="{41949BF4-3044-43EE-8E0E-277F3DD113F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a:ext uri="{FF2B5EF4-FFF2-40B4-BE49-F238E27FC236}">
                <a16:creationId xmlns:a16="http://schemas.microsoft.com/office/drawing/2014/main" id="{2100A539-A61F-4CD6-AE6E-85F67CBE1F7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1E4872D0-4885-4E58-93DE-B3365007A0C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54FAA8AD-4FB8-4B40-A091-8D0F57B8BD4B}"/>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57F07DAD-6A78-4590-9E0E-74057A837ED8}"/>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32">
            <a:extLst>
              <a:ext uri="{FF2B5EF4-FFF2-40B4-BE49-F238E27FC236}">
                <a16:creationId xmlns:a16="http://schemas.microsoft.com/office/drawing/2014/main" id="{7A670DA1-B395-43B6-B7C5-3D3B960791DF}"/>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a:ext uri="{FF2B5EF4-FFF2-40B4-BE49-F238E27FC236}">
                <a16:creationId xmlns:a16="http://schemas.microsoft.com/office/drawing/2014/main" id="{081997B7-EB59-4298-9FE5-1455D3196788}"/>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a:ext uri="{FF2B5EF4-FFF2-40B4-BE49-F238E27FC236}">
                <a16:creationId xmlns:a16="http://schemas.microsoft.com/office/drawing/2014/main" id="{9EC015D4-0427-4B95-B03D-3FC7F0744111}"/>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a:ext uri="{FF2B5EF4-FFF2-40B4-BE49-F238E27FC236}">
                <a16:creationId xmlns:a16="http://schemas.microsoft.com/office/drawing/2014/main" id="{0D15CE08-FC46-4FD5-BB47-2352A64B548B}"/>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a:ext uri="{FF2B5EF4-FFF2-40B4-BE49-F238E27FC236}">
                <a16:creationId xmlns:a16="http://schemas.microsoft.com/office/drawing/2014/main" id="{72FD3D4E-1F9D-4616-B13A-C868FEAE7620}"/>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a:ext uri="{FF2B5EF4-FFF2-40B4-BE49-F238E27FC236}">
                <a16:creationId xmlns:a16="http://schemas.microsoft.com/office/drawing/2014/main" id="{9A6A8907-B899-4F37-A91D-892873341A42}"/>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38">
            <a:extLst>
              <a:ext uri="{FF2B5EF4-FFF2-40B4-BE49-F238E27FC236}">
                <a16:creationId xmlns:a16="http://schemas.microsoft.com/office/drawing/2014/main" id="{7D849F47-6E15-4466-8F22-2DAFC92F3180}"/>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a:ext uri="{FF2B5EF4-FFF2-40B4-BE49-F238E27FC236}">
                <a16:creationId xmlns:a16="http://schemas.microsoft.com/office/drawing/2014/main" id="{417D3CC6-0401-4542-A9F6-B26E5E6D78A4}"/>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002934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40">
            <a:extLst>
              <a:ext uri="{FF2B5EF4-FFF2-40B4-BE49-F238E27FC236}">
                <a16:creationId xmlns:a16="http://schemas.microsoft.com/office/drawing/2014/main" id="{EF0B6C85-39AF-48BD-8876-E926F2976A1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a:ext uri="{FF2B5EF4-FFF2-40B4-BE49-F238E27FC236}">
                <a16:creationId xmlns:a16="http://schemas.microsoft.com/office/drawing/2014/main" id="{8BA66751-4D27-4462-9A05-CF6E4A36A20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a:ext uri="{FF2B5EF4-FFF2-40B4-BE49-F238E27FC236}">
                <a16:creationId xmlns:a16="http://schemas.microsoft.com/office/drawing/2014/main" id="{67DB90C6-5437-4C09-9650-066179E4E94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a:ext uri="{FF2B5EF4-FFF2-40B4-BE49-F238E27FC236}">
                <a16:creationId xmlns:a16="http://schemas.microsoft.com/office/drawing/2014/main" id="{E585B30E-D120-41F9-A9DE-DF1DF4BF5C0F}"/>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a:ext uri="{FF2B5EF4-FFF2-40B4-BE49-F238E27FC236}">
                <a16:creationId xmlns:a16="http://schemas.microsoft.com/office/drawing/2014/main" id="{68D82417-F63B-49E9-8E9A-982350F0357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5">
            <a:extLst>
              <a:ext uri="{FF2B5EF4-FFF2-40B4-BE49-F238E27FC236}">
                <a16:creationId xmlns:a16="http://schemas.microsoft.com/office/drawing/2014/main" id="{8993DE4B-5BC3-4581-85B0-B18B4C80AFF5}"/>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a:ext uri="{FF2B5EF4-FFF2-40B4-BE49-F238E27FC236}">
                <a16:creationId xmlns:a16="http://schemas.microsoft.com/office/drawing/2014/main" id="{AA5DD9B0-B344-4982-B8A0-3242932A7CC3}"/>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E9456013-BC50-4C58-9134-43E881308BF7}"/>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AA310473-6A85-4C93-AC13-B94D10B0D6B4}"/>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7">
            <a:extLst>
              <a:ext uri="{FF2B5EF4-FFF2-40B4-BE49-F238E27FC236}">
                <a16:creationId xmlns:a16="http://schemas.microsoft.com/office/drawing/2014/main" id="{C7C1AAA8-6135-4C81-9792-7674E676FF5F}"/>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a:ext uri="{FF2B5EF4-FFF2-40B4-BE49-F238E27FC236}">
                <a16:creationId xmlns:a16="http://schemas.microsoft.com/office/drawing/2014/main" id="{AA014A6C-3B1B-45D2-BBD6-2E8BC0C64A47}"/>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1434102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24BE2230-8423-478B-AE83-23F473A3B762}"/>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B2B7C93B-6854-4E33-B984-71F94B1F954C}"/>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031BD7D7-05C8-42B0-A085-135EFB44FA3A}"/>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F8709EC4-3AB2-4696-8B52-A42D37F2DB48}"/>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40E39869-450C-4939-BA1D-3414F2E088CE}"/>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D1322A50-8EDB-4F13-B95E-1C7F82D872AA}"/>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3144861A-FFBF-4063-97DB-A9E3CB482006}"/>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94539231-5DA6-481C-B69B-9364A9A0D1AA}"/>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CC07A125-011B-4A36-A543-4EE35C991DAA}"/>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9">
            <a:extLst>
              <a:ext uri="{FF2B5EF4-FFF2-40B4-BE49-F238E27FC236}">
                <a16:creationId xmlns:a16="http://schemas.microsoft.com/office/drawing/2014/main" id="{9D5D5308-5FD2-4B7A-B4C5-5A6F41E61D1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a:ext uri="{FF2B5EF4-FFF2-40B4-BE49-F238E27FC236}">
                <a16:creationId xmlns:a16="http://schemas.microsoft.com/office/drawing/2014/main" id="{70DC160E-2EDD-4BEB-9768-F5070005CF5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a:ext uri="{FF2B5EF4-FFF2-40B4-BE49-F238E27FC236}">
                <a16:creationId xmlns:a16="http://schemas.microsoft.com/office/drawing/2014/main" id="{5075384D-CE49-4143-AF81-5CF3DF8D894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a:ext uri="{FF2B5EF4-FFF2-40B4-BE49-F238E27FC236}">
                <a16:creationId xmlns:a16="http://schemas.microsoft.com/office/drawing/2014/main" id="{EB16C22A-4F3B-4950-B1F0-D80896317A34}"/>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a:ext uri="{FF2B5EF4-FFF2-40B4-BE49-F238E27FC236}">
                <a16:creationId xmlns:a16="http://schemas.microsoft.com/office/drawing/2014/main" id="{F6012FDA-95CF-4282-8DC0-1CFC763D492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4">
            <a:extLst>
              <a:ext uri="{FF2B5EF4-FFF2-40B4-BE49-F238E27FC236}">
                <a16:creationId xmlns:a16="http://schemas.microsoft.com/office/drawing/2014/main" id="{CDDA4EA3-C354-44E1-B902-8585EE82EBC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a:ext uri="{FF2B5EF4-FFF2-40B4-BE49-F238E27FC236}">
                <a16:creationId xmlns:a16="http://schemas.microsoft.com/office/drawing/2014/main" id="{E8965D9B-A0FA-48F2-8E45-7498BD6D8881}"/>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a:ext uri="{FF2B5EF4-FFF2-40B4-BE49-F238E27FC236}">
                <a16:creationId xmlns:a16="http://schemas.microsoft.com/office/drawing/2014/main" id="{D7537D06-E25A-47D4-BD6E-0D2A85B7FA43}"/>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a:ext uri="{FF2B5EF4-FFF2-40B4-BE49-F238E27FC236}">
                <a16:creationId xmlns:a16="http://schemas.microsoft.com/office/drawing/2014/main" id="{C10121A6-28F0-43DD-AB47-DA7E36DD9D30}"/>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a:ext uri="{FF2B5EF4-FFF2-40B4-BE49-F238E27FC236}">
                <a16:creationId xmlns:a16="http://schemas.microsoft.com/office/drawing/2014/main" id="{5B50DCE4-300C-42C3-8327-23FA9962003B}"/>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a:ext uri="{FF2B5EF4-FFF2-40B4-BE49-F238E27FC236}">
                <a16:creationId xmlns:a16="http://schemas.microsoft.com/office/drawing/2014/main" id="{45A905AB-7A98-45E1-B3BA-B2D4EF59BA10}"/>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a:ext uri="{FF2B5EF4-FFF2-40B4-BE49-F238E27FC236}">
                <a16:creationId xmlns:a16="http://schemas.microsoft.com/office/drawing/2014/main" id="{F7DDF668-C93E-467F-A085-16C011EE3E83}"/>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a:ext uri="{FF2B5EF4-FFF2-40B4-BE49-F238E27FC236}">
                <a16:creationId xmlns:a16="http://schemas.microsoft.com/office/drawing/2014/main" id="{41225A10-034C-4ABA-BD3B-FC8855314FCF}"/>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a:ext uri="{FF2B5EF4-FFF2-40B4-BE49-F238E27FC236}">
                <a16:creationId xmlns:a16="http://schemas.microsoft.com/office/drawing/2014/main" id="{1843CCC1-5FE8-48B7-A4B9-E4D75D1C30B7}"/>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a:ext uri="{FF2B5EF4-FFF2-40B4-BE49-F238E27FC236}">
                <a16:creationId xmlns:a16="http://schemas.microsoft.com/office/drawing/2014/main" id="{C0D8DD1F-891B-44B4-8DB8-D4D85DB6AB0D}"/>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a:ext uri="{FF2B5EF4-FFF2-40B4-BE49-F238E27FC236}">
                <a16:creationId xmlns:a16="http://schemas.microsoft.com/office/drawing/2014/main" id="{ABB4875E-1553-4529-B57B-70125ADF6948}"/>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1F6A26A5-2915-44D5-86CE-B917D7E50165}"/>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353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7AF444C0-A2EE-4734-9517-C283FE5D2C60}"/>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5">
            <a:extLst>
              <a:ext uri="{FF2B5EF4-FFF2-40B4-BE49-F238E27FC236}">
                <a16:creationId xmlns:a16="http://schemas.microsoft.com/office/drawing/2014/main" id="{DA02D19F-DC86-459B-864F-81A080C4717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a:ext uri="{FF2B5EF4-FFF2-40B4-BE49-F238E27FC236}">
                <a16:creationId xmlns:a16="http://schemas.microsoft.com/office/drawing/2014/main" id="{E1850263-B074-425B-B550-464D2C1659FB}"/>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a:ext uri="{FF2B5EF4-FFF2-40B4-BE49-F238E27FC236}">
                <a16:creationId xmlns:a16="http://schemas.microsoft.com/office/drawing/2014/main" id="{862C18F1-5EBA-447A-B8D4-8FD089963A8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a:ext uri="{FF2B5EF4-FFF2-40B4-BE49-F238E27FC236}">
                <a16:creationId xmlns:a16="http://schemas.microsoft.com/office/drawing/2014/main" id="{FFD6A4AD-DF70-436F-971B-08E51D0A78BE}"/>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a:ext uri="{FF2B5EF4-FFF2-40B4-BE49-F238E27FC236}">
                <a16:creationId xmlns:a16="http://schemas.microsoft.com/office/drawing/2014/main" id="{5D2D6BA2-BB5B-4861-A0C5-5ED50C27030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0">
            <a:extLst>
              <a:ext uri="{FF2B5EF4-FFF2-40B4-BE49-F238E27FC236}">
                <a16:creationId xmlns:a16="http://schemas.microsoft.com/office/drawing/2014/main" id="{FDAF86EF-B759-4F46-A287-C704387F0161}"/>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a:ext uri="{FF2B5EF4-FFF2-40B4-BE49-F238E27FC236}">
                <a16:creationId xmlns:a16="http://schemas.microsoft.com/office/drawing/2014/main" id="{43D0F850-D9FE-46BA-9FEA-DC6ABDAD37B8}"/>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a:ext uri="{FF2B5EF4-FFF2-40B4-BE49-F238E27FC236}">
                <a16:creationId xmlns:a16="http://schemas.microsoft.com/office/drawing/2014/main" id="{B81D9F9F-2689-4217-A0CD-18AF2688B534}"/>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a:ext uri="{FF2B5EF4-FFF2-40B4-BE49-F238E27FC236}">
                <a16:creationId xmlns:a16="http://schemas.microsoft.com/office/drawing/2014/main" id="{13566693-B4CB-4FAE-AA6F-A139B7A1AB61}"/>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a:ext uri="{FF2B5EF4-FFF2-40B4-BE49-F238E27FC236}">
                <a16:creationId xmlns:a16="http://schemas.microsoft.com/office/drawing/2014/main" id="{407A5204-B324-47DF-8AE5-F9CC0737BBAC}"/>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a:ext uri="{FF2B5EF4-FFF2-40B4-BE49-F238E27FC236}">
                <a16:creationId xmlns:a16="http://schemas.microsoft.com/office/drawing/2014/main" id="{E7E46344-4A3B-44FC-98AB-C8B9712C6371}"/>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a:ext uri="{FF2B5EF4-FFF2-40B4-BE49-F238E27FC236}">
                <a16:creationId xmlns:a16="http://schemas.microsoft.com/office/drawing/2014/main" id="{35087F11-DDB5-4E08-8DA2-D081B8CE342D}"/>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a:ext uri="{FF2B5EF4-FFF2-40B4-BE49-F238E27FC236}">
                <a16:creationId xmlns:a16="http://schemas.microsoft.com/office/drawing/2014/main" id="{77FF81A5-19A7-4214-BC2A-70E3E8B81BA9}"/>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a:ext uri="{FF2B5EF4-FFF2-40B4-BE49-F238E27FC236}">
                <a16:creationId xmlns:a16="http://schemas.microsoft.com/office/drawing/2014/main" id="{93AC5F61-1320-465F-8229-E3D77DC165EF}"/>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D4D86C0C-9B77-4116-A93A-98C2771D53F8}"/>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9">
            <a:extLst>
              <a:ext uri="{FF2B5EF4-FFF2-40B4-BE49-F238E27FC236}">
                <a16:creationId xmlns:a16="http://schemas.microsoft.com/office/drawing/2014/main" id="{BE1162DE-3060-4181-86D1-7216DE9563EB}"/>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a:ext uri="{FF2B5EF4-FFF2-40B4-BE49-F238E27FC236}">
                <a16:creationId xmlns:a16="http://schemas.microsoft.com/office/drawing/2014/main" id="{7A6583DC-DF2F-4355-B9CF-313A881B000D}"/>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562932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DE67916A-3165-4DB5-B792-B2064C8B3F95}"/>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E0BEF057-10FA-4C08-9958-851C5CDEB349}"/>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81">
            <a:extLst>
              <a:ext uri="{FF2B5EF4-FFF2-40B4-BE49-F238E27FC236}">
                <a16:creationId xmlns:a16="http://schemas.microsoft.com/office/drawing/2014/main" id="{D049E26C-D083-4BD8-83E8-376F59A6FA5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a:ext uri="{FF2B5EF4-FFF2-40B4-BE49-F238E27FC236}">
                <a16:creationId xmlns:a16="http://schemas.microsoft.com/office/drawing/2014/main" id="{B7F5ADFE-6C35-4708-9529-917A1053CBD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a:ext uri="{FF2B5EF4-FFF2-40B4-BE49-F238E27FC236}">
                <a16:creationId xmlns:a16="http://schemas.microsoft.com/office/drawing/2014/main" id="{7F241AF5-2089-4857-A5D1-0EA8B343C2F3}"/>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a:ext uri="{FF2B5EF4-FFF2-40B4-BE49-F238E27FC236}">
                <a16:creationId xmlns:a16="http://schemas.microsoft.com/office/drawing/2014/main" id="{B04C2DFB-EAE2-4C6E-B0DC-522E2EA2877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a:ext uri="{FF2B5EF4-FFF2-40B4-BE49-F238E27FC236}">
                <a16:creationId xmlns:a16="http://schemas.microsoft.com/office/drawing/2014/main" id="{1DA7A301-45E5-4593-8EFD-6B91782477A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6">
            <a:extLst>
              <a:ext uri="{FF2B5EF4-FFF2-40B4-BE49-F238E27FC236}">
                <a16:creationId xmlns:a16="http://schemas.microsoft.com/office/drawing/2014/main" id="{525D62E3-55E4-4011-A1B3-062C8E70768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a:ext uri="{FF2B5EF4-FFF2-40B4-BE49-F238E27FC236}">
                <a16:creationId xmlns:a16="http://schemas.microsoft.com/office/drawing/2014/main" id="{B195F89C-B537-430B-BBD8-F803BFBC5040}"/>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a:ext uri="{FF2B5EF4-FFF2-40B4-BE49-F238E27FC236}">
                <a16:creationId xmlns:a16="http://schemas.microsoft.com/office/drawing/2014/main" id="{FC71333F-B160-4F01-A095-19A31061ACB6}"/>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a:ext uri="{FF2B5EF4-FFF2-40B4-BE49-F238E27FC236}">
                <a16:creationId xmlns:a16="http://schemas.microsoft.com/office/drawing/2014/main" id="{333B51D7-AFEE-456E-9151-5466CDB9AA0F}"/>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0A9B4D83-676E-4F98-915E-6A5227BED27A}"/>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90">
            <a:extLst>
              <a:ext uri="{FF2B5EF4-FFF2-40B4-BE49-F238E27FC236}">
                <a16:creationId xmlns:a16="http://schemas.microsoft.com/office/drawing/2014/main" id="{7C7079CB-57B4-442E-A433-F58C1785AFFA}"/>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a:ext uri="{FF2B5EF4-FFF2-40B4-BE49-F238E27FC236}">
                <a16:creationId xmlns:a16="http://schemas.microsoft.com/office/drawing/2014/main" id="{EFB42C10-27C6-438C-B69C-2D0E61C45187}"/>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878010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92">
            <a:extLst>
              <a:ext uri="{FF2B5EF4-FFF2-40B4-BE49-F238E27FC236}">
                <a16:creationId xmlns:a16="http://schemas.microsoft.com/office/drawing/2014/main" id="{718B81CD-CF07-4D90-8B82-E61FB7FE835F}"/>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a:ext uri="{FF2B5EF4-FFF2-40B4-BE49-F238E27FC236}">
                <a16:creationId xmlns:a16="http://schemas.microsoft.com/office/drawing/2014/main" id="{3D4B996D-79D2-4E9C-BAD1-1FD137EE794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a:ext uri="{FF2B5EF4-FFF2-40B4-BE49-F238E27FC236}">
                <a16:creationId xmlns:a16="http://schemas.microsoft.com/office/drawing/2014/main" id="{3A463BA2-E3C8-4A95-8273-F0DAF72E135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a:ext uri="{FF2B5EF4-FFF2-40B4-BE49-F238E27FC236}">
                <a16:creationId xmlns:a16="http://schemas.microsoft.com/office/drawing/2014/main" id="{2686C411-F049-438B-8D3C-C114FC6E331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a:ext uri="{FF2B5EF4-FFF2-40B4-BE49-F238E27FC236}">
                <a16:creationId xmlns:a16="http://schemas.microsoft.com/office/drawing/2014/main" id="{1AC0D134-9404-448F-8979-1B449754C5A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6F0BC104-8730-4B85-B230-C6136B7AB6D0}"/>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19340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5840</Words>
  <Application>Microsoft Office PowerPoint</Application>
  <PresentationFormat>사용자 지정</PresentationFormat>
  <Paragraphs>926</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2026-10-26T00:52:41Z</dcterms:modified>
  <cp:version/>
</cp:coreProperties>
</file>