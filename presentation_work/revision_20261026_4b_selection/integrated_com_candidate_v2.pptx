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9.1300000000000008</c:v>
                </c:pt>
                <c:pt idx="1">
                  <c:v>6.1</c:v>
                </c:pt>
                <c:pt idx="2">
                  <c:v>3.33</c:v>
                </c:pt>
              </c:numCache>
            </c:numRef>
          </c:val>
          <c:extLst>
            <c:ext xmlns:c16="http://schemas.microsoft.com/office/drawing/2014/chart" uri="{C3380CC4-5D6E-409C-BE32-E72D297353CC}">
              <c16:uniqueId val="{00000000-8B3C-4A45-BE0D-F1D382CF82D0}"/>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20.440000000000001</c:v>
                </c:pt>
                <c:pt idx="1">
                  <c:v>14</c:v>
                </c:pt>
              </c:numCache>
            </c:numRef>
          </c:val>
          <c:extLst>
            <c:ext xmlns:c16="http://schemas.microsoft.com/office/drawing/2014/chart" uri="{C3380CC4-5D6E-409C-BE32-E72D297353CC}">
              <c16:uniqueId val="{00000000-EC1C-48BF-A39C-941783AE24F9}"/>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EC1C-48BF-A39C-941783AE24F9}"/>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여러 모델에 같은 FAQ 문제를 주고 정답과 환각을 전수 평가했습니다. 조건과 예외, 자료가 없을 때의 대응, 멀티턴과 공격도 봤습니다. 큰 모델은 정확도가 높아도 동시 서빙 부담이 있어 4B 후보를 다시 평가했습니다. 두4B의 오류 차이와 최종 튜닝 대상 선정 근거는 다음 장에서 보겠습니다.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71618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우측사례CE-0031/UI-0055는결정문1-5.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C:/Ureka/ureca_project2/LLM_Test/presentation_work/revision_20261026_4b_selection/selection_metrics.json</a:t>
            </a:r>
          </a:p>
          <a:p>
            <a:r>
              <a:t>C:/Ureka/ureca_project2/LLM_Test/presentation_work/revision_20261026_4b_selection/derive_selection_metrics.py</a:t>
            </a:r>
          </a:p>
          <a:p>
            <a:r>
              <a:t>C:/Ureka/ureca_project2/LLM_Test/presentation_work/evidence_20261026/gemma_v3_v4_and_status.json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8363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(27초)</a:t>
            </a:r>
          </a:p>
          <a:p>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C:/Ureka/ureca_project2/LLM_Test/presentation_work/revision_20261026_4b_selection/slide_metrics.json</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5605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60511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C:/Ureka/ureca_project2/LLM_Test/presentation_work/revision_20261026_4b_selection/feedback_metrics.json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9667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C:/Ureka/ureca_project2/LLM_Test/presentation_work/revision_20261026_4b_selection/slide_metrics.json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44145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C:/Ureka/ureca_project2/LLM_Test/presentation_work/revision_20261026_4b_selection/derive_slide_metrics.py</a:t>
            </a:r>
          </a:p>
          <a:p>
            <a:r>
              <a:t>C:/Ureka/ureca_project2/LLM_Test/presentation_work/revision_20261026_4b_selection/slide_metrics.json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28420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74849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
            <a:extLst>
              <a:ext uri="{FF2B5EF4-FFF2-40B4-BE49-F238E27FC236}">
                <a16:creationId xmlns:a16="http://schemas.microsoft.com/office/drawing/2014/main" id="{608A326C-AAF5-4C26-A24B-F58CF024D8F2}"/>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7CE94359-FA73-4A32-90C3-DF3C5B07C359}"/>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모델 선별과 4B 후보 압축</a:t>
            </a:r>
          </a:p>
        </p:txBody>
      </p:sp>
      <p:sp>
        <p:nvSpPr>
          <p:cNvPr id="3" name="own-text-3">
            <a:extLst>
              <a:ext uri="{FF2B5EF4-FFF2-40B4-BE49-F238E27FC236}">
                <a16:creationId xmlns:a16="http://schemas.microsoft.com/office/drawing/2014/main" id="{D179A3C0-B4AE-46C8-BFB6-936B3E224493}"/>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a:ext uri="{FF2B5EF4-FFF2-40B4-BE49-F238E27FC236}">
                <a16:creationId xmlns:a16="http://schemas.microsoft.com/office/drawing/2014/main" id="{75611D4C-DA0F-463E-BF74-050B17E1A86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97C1A58F-AA57-4FE7-B012-54BBC0F0AAAB}"/>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D84DFC30-238B-4D8B-8E6F-72CBF09680FD}"/>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169C683A-8FDA-4C17-940A-C36B3D4A4244}"/>
              </a:ext>
            </a:extLst>
          </p:cNvPr>
          <p:cNvGraphicFramePr/>
          <p:nvPr/>
        </p:nvGraphicFramePr>
        <p:xfrm>
          <a:off x="628650" y="2076450"/>
          <a:ext cx="7239000" cy="3886200"/>
        </p:xfrm>
        <a:graphic>
          <a:graphicData uri="http://schemas.openxmlformats.org/drawingml/2006/table">
            <a:tbl>
              <a:tblPr/>
              <a:tblGrid>
                <a:gridCol w="214312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323850">
                <a:tc>
                  <a:txBody>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답 없는 질문에 취약</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47.6초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품질·지연 모두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대상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모델 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95% 응답 28.5초 이내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이후 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4B 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1차 MVP·서빙 부담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9B1304B2-1A23-4B11-860A-17A8C3DA9FD6}"/>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A2C5C143-6CAE-42B4-8A70-5907710F1CF5}"/>
              </a:ext>
            </a:extLst>
          </p:cNvPr>
          <p:cNvSpPr>
            <a:spLocks noGrp="1"/>
          </p:cNvSpPr>
          <p:nvPr/>
        </p:nvSpPr>
        <p:spPr>
          <a:xfrm>
            <a:off x="8248650" y="2076450"/>
            <a:ext cx="4857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표 9">
            <a:extLst>
              <a:ext uri="{FF2B5EF4-FFF2-40B4-BE49-F238E27FC236}">
                <a16:creationId xmlns:a16="http://schemas.microsoft.com/office/drawing/2014/main" id="{C697B893-236D-4F3C-95F2-6487DE86CE26}"/>
              </a:ext>
            </a:extLst>
          </p:cNvPr>
          <p:cNvGraphicFramePr/>
          <p:nvPr/>
        </p:nvGraphicFramePr>
        <p:xfrm>
          <a:off x="8248650" y="2514600"/>
          <a:ext cx="4857750" cy="1066800"/>
        </p:xfrm>
        <a:graphic>
          <a:graphicData uri="http://schemas.openxmlformats.org/drawingml/2006/table">
            <a:tbl>
              <a:tblPr/>
              <a:tblGrid>
                <a:gridCol w="2381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1" name="own-text-9">
            <a:extLst>
              <a:ext uri="{FF2B5EF4-FFF2-40B4-BE49-F238E27FC236}">
                <a16:creationId xmlns:a16="http://schemas.microsoft.com/office/drawing/2014/main" id="{9C0757C7-655F-4339-B525-D1D0A071B539}"/>
              </a:ext>
            </a:extLst>
          </p:cNvPr>
          <p:cNvSpPr>
            <a:spLocks noGrp="1"/>
          </p:cNvSpPr>
          <p:nvPr/>
        </p:nvSpPr>
        <p:spPr>
          <a:xfrm>
            <a:off x="8248650" y="3781425"/>
            <a:ext cx="4857750" cy="323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a:ext uri="{FF2B5EF4-FFF2-40B4-BE49-F238E27FC236}">
                <a16:creationId xmlns:a16="http://schemas.microsoft.com/office/drawing/2014/main" id="{054B45F1-53C2-4083-9B97-0FD76F550B3D}"/>
              </a:ext>
            </a:extLst>
          </p:cNvPr>
          <p:cNvSpPr>
            <a:spLocks noGrp="1"/>
          </p:cNvSpPr>
          <p:nvPr/>
        </p:nvSpPr>
        <p:spPr>
          <a:xfrm>
            <a:off x="8248650" y="4238625"/>
            <a:ext cx="4857750" cy="581025"/>
          </a:xfrm>
          <a:prstGeom prst="rect">
            <a:avLst/>
          </a:prstGeom>
          <a:noFill/>
          <a:ln w="0">
            <a:noFill/>
          </a:ln>
        </p:spPr>
        <p:txBody>
          <a:bodyPr wrap="square" lIns="0" tIns="0" rIns="0" bIns="0" anchor="t">
            <a:noAutofit/>
          </a:bodyPr>
          <a:lstStyle>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a:ext uri="{FF2B5EF4-FFF2-40B4-BE49-F238E27FC236}">
                <a16:creationId xmlns:a16="http://schemas.microsoft.com/office/drawing/2014/main" id="{CE30DB31-07C1-458F-9EFF-DDD0D6C9FCAA}"/>
              </a:ext>
            </a:extLst>
          </p:cNvPr>
          <p:cNvSpPr>
            <a:spLocks noGrp="1"/>
          </p:cNvSpPr>
          <p:nvPr/>
        </p:nvSpPr>
        <p:spPr>
          <a:xfrm>
            <a:off x="8248650" y="4914900"/>
            <a:ext cx="4857750" cy="257175"/>
          </a:xfrm>
          <a:prstGeom prst="rect">
            <a:avLst/>
          </a:prstGeom>
          <a:noFill/>
          <a:ln w="0">
            <a:noFill/>
          </a:ln>
        </p:spPr>
        <p:txBody>
          <a:bodyPr wrap="square" lIns="0" tIns="0" rIns="0" bIns="0" anchor="t">
            <a:noAutofit/>
          </a:bodyPr>
          <a:lstStyle>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a:ext uri="{FF2B5EF4-FFF2-40B4-BE49-F238E27FC236}">
                <a16:creationId xmlns:a16="http://schemas.microsoft.com/office/drawing/2014/main" id="{7AA59CA2-1E4E-4F6D-9EC8-B5E90ADB04DB}"/>
              </a:ext>
            </a:extLst>
          </p:cNvPr>
          <p:cNvGraphicFramePr/>
          <p:nvPr/>
        </p:nvGraphicFramePr>
        <p:xfrm>
          <a:off x="8248650" y="5257800"/>
          <a:ext cx="4857750" cy="1190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22005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12">
            <a:extLst>
              <a:ext uri="{FF2B5EF4-FFF2-40B4-BE49-F238E27FC236}">
                <a16:creationId xmlns:a16="http://schemas.microsoft.com/office/drawing/2014/main" id="{E83E74C0-27E2-4C94-9DA6-B914D56DB79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a:ext uri="{FF2B5EF4-FFF2-40B4-BE49-F238E27FC236}">
                <a16:creationId xmlns:a16="http://schemas.microsoft.com/office/drawing/2014/main" id="{3E015952-9074-415B-BD97-9C7B07AB69F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4">
            <a:extLst>
              <a:ext uri="{FF2B5EF4-FFF2-40B4-BE49-F238E27FC236}">
                <a16:creationId xmlns:a16="http://schemas.microsoft.com/office/drawing/2014/main" id="{35F004AF-E4C7-42A1-A041-236E98F13CB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5">
            <a:extLst>
              <a:ext uri="{FF2B5EF4-FFF2-40B4-BE49-F238E27FC236}">
                <a16:creationId xmlns:a16="http://schemas.microsoft.com/office/drawing/2014/main" id="{27289552-C2FF-4304-85BE-3C67162283B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a:ext uri="{FF2B5EF4-FFF2-40B4-BE49-F238E27FC236}">
                <a16:creationId xmlns:a16="http://schemas.microsoft.com/office/drawing/2014/main" id="{4A061B2E-B11A-4EB8-A776-0D632ED7B9D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7">
            <a:extLst>
              <a:ext uri="{FF2B5EF4-FFF2-40B4-BE49-F238E27FC236}">
                <a16:creationId xmlns:a16="http://schemas.microsoft.com/office/drawing/2014/main" id="{81C4EB39-FF17-4C85-9FAA-D4B4B2099F0C}"/>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9D54864D-BCEB-49EF-ACB8-EC87E2B088FF}"/>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8">
            <a:extLst>
              <a:ext uri="{FF2B5EF4-FFF2-40B4-BE49-F238E27FC236}">
                <a16:creationId xmlns:a16="http://schemas.microsoft.com/office/drawing/2014/main" id="{788840E0-DAEE-407B-A4CD-AF9E7B075E01}"/>
              </a:ext>
            </a:extLst>
          </p:cNvPr>
          <p:cNvSpPr>
            <a:spLocks noGrp="1"/>
          </p:cNvSpPr>
          <p:nvPr/>
        </p:nvSpPr>
        <p:spPr>
          <a:xfrm>
            <a:off x="9086850" y="2095500"/>
            <a:ext cx="400050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Gemma의 계산·조건 오적용</a:t>
            </a:r>
          </a:p>
        </p:txBody>
      </p:sp>
      <p:sp>
        <p:nvSpPr>
          <p:cNvPr id="9" name="own-text-19">
            <a:extLst>
              <a:ext uri="{FF2B5EF4-FFF2-40B4-BE49-F238E27FC236}">
                <a16:creationId xmlns:a16="http://schemas.microsoft.com/office/drawing/2014/main" id="{45863B97-5E7D-4378-8B17-36968E9E304D}"/>
              </a:ext>
            </a:extLst>
          </p:cNvPr>
          <p:cNvSpPr>
            <a:spLocks noGrp="1"/>
          </p:cNvSpPr>
          <p:nvPr/>
        </p:nvSpPr>
        <p:spPr>
          <a:xfrm>
            <a:off x="9086850" y="2628900"/>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문자 100건 제공·95건 사용</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“5건 초과, 110원”으로 답변</a:t>
            </a:r>
          </a:p>
        </p:txBody>
      </p:sp>
      <p:sp>
        <p:nvSpPr>
          <p:cNvPr id="10" name="own-text-20">
            <a:extLst>
              <a:ext uri="{FF2B5EF4-FFF2-40B4-BE49-F238E27FC236}">
                <a16:creationId xmlns:a16="http://schemas.microsoft.com/office/drawing/2014/main" id="{BF1E3D28-848B-4AF6-B0F3-C1EAB9E5CE1E}"/>
              </a:ext>
            </a:extLst>
          </p:cNvPr>
          <p:cNvSpPr>
            <a:spLocks noGrp="1"/>
          </p:cNvSpPr>
          <p:nvPr/>
        </p:nvSpPr>
        <p:spPr>
          <a:xfrm>
            <a:off x="9086850" y="3476625"/>
            <a:ext cx="4000500" cy="647700"/>
          </a:xfrm>
          <a:prstGeom prst="rect">
            <a:avLst/>
          </a:prstGeom>
          <a:noFill/>
          <a:ln w="0">
            <a:noFill/>
          </a:ln>
        </p:spPr>
        <p:txBody>
          <a:bodyPr wrap="square" lIns="0" tIns="0" rIns="0" bIns="0" anchor="t">
            <a:noAutofit/>
          </a:bodyPr>
          <a:lstStyle>
            <a:defPPr algn="l">
              <a:defRPr sz="1702" b="0">
                <a:solidFill>
                  <a:srgbClr val="17171A"/>
                </a:solidFill>
                <a:latin typeface="맑은 고딕"/>
                <a:ea typeface="맑은 고딕"/>
                <a:cs typeface="맑은 고딕"/>
              </a:defRPr>
            </a:defPPr>
            <a:lvl1pPr algn="l">
              <a:defRPr sz="1702" b="0">
                <a:solidFill>
                  <a:srgbClr val="17171A"/>
                </a:solidFill>
                <a:latin typeface="맑은 고딕"/>
                <a:ea typeface="맑은 고딕"/>
                <a:cs typeface="맑은 고딕"/>
              </a:defRPr>
            </a:lvl1pPr>
            <a:lvl2pPr algn="l">
              <a:defRPr sz="1702" b="0">
                <a:solidFill>
                  <a:srgbClr val="17171A"/>
                </a:solidFill>
                <a:latin typeface="맑은 고딕"/>
                <a:ea typeface="맑은 고딕"/>
                <a:cs typeface="맑은 고딕"/>
              </a:defRPr>
            </a:lvl2pPr>
            <a:lvl3pPr algn="l">
              <a:defRPr sz="1702" b="0">
                <a:solidFill>
                  <a:srgbClr val="17171A"/>
                </a:solidFill>
                <a:latin typeface="맑은 고딕"/>
                <a:ea typeface="맑은 고딕"/>
                <a:cs typeface="맑은 고딕"/>
              </a:defRPr>
            </a:lvl3pPr>
            <a:lvl4pPr algn="l">
              <a:defRPr sz="1702" b="0">
                <a:solidFill>
                  <a:srgbClr val="17171A"/>
                </a:solidFill>
                <a:latin typeface="맑은 고딕"/>
                <a:ea typeface="맑은 고딕"/>
                <a:cs typeface="맑은 고딕"/>
              </a:defRPr>
            </a:lvl4pPr>
            <a:lvl5pPr algn="l">
              <a:defRPr sz="1702" b="0">
                <a:solidFill>
                  <a:srgbClr val="17171A"/>
                </a:solidFill>
                <a:latin typeface="맑은 고딕"/>
                <a:ea typeface="맑은 고딕"/>
                <a:cs typeface="맑은 고딕"/>
              </a:defRPr>
            </a:lvl5pPr>
            <a:lvl6pPr algn="l">
              <a:defRPr sz="1702" b="0">
                <a:solidFill>
                  <a:srgbClr val="17171A"/>
                </a:solidFill>
                <a:latin typeface="맑은 고딕"/>
                <a:ea typeface="맑은 고딕"/>
                <a:cs typeface="맑은 고딕"/>
              </a:defRPr>
            </a:lvl6pPr>
            <a:lvl7pPr algn="l">
              <a:defRPr sz="1702" b="0">
                <a:solidFill>
                  <a:srgbClr val="17171A"/>
                </a:solidFill>
                <a:latin typeface="맑은 고딕"/>
                <a:ea typeface="맑은 고딕"/>
                <a:cs typeface="맑은 고딕"/>
              </a:defRPr>
            </a:lvl7pPr>
            <a:lvl8pPr algn="l">
              <a:defRPr sz="1702" b="0">
                <a:solidFill>
                  <a:srgbClr val="17171A"/>
                </a:solidFill>
                <a:latin typeface="맑은 고딕"/>
                <a:ea typeface="맑은 고딕"/>
                <a:cs typeface="맑은 고딕"/>
              </a:defRPr>
            </a:lvl8pPr>
            <a:lvl9pPr algn="l">
              <a:defRPr sz="1702" b="0">
                <a:solidFill>
                  <a:srgbClr val="17171A"/>
                </a:solidFill>
                <a:latin typeface="맑은 고딕"/>
                <a:ea typeface="맑은 고딕"/>
                <a:cs typeface="맑은 고딕"/>
              </a:defRPr>
            </a:lvl9pPr>
          </a:lstStyle>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4,999점 보유·사용 한도 5,000점</a:t>
            </a:r>
          </a:p>
          <a:p>
            <a:pPr algn="l">
              <a:defRPr sz="1702" b="0">
                <a:solidFill>
                  <a:srgbClr val="17171A"/>
                </a:solidFill>
                <a:latin typeface="맑은 고딕"/>
                <a:ea typeface="맑은 고딕"/>
                <a:cs typeface="맑은 고딕"/>
              </a:defRPr>
            </a:pPr>
            <a:r>
              <a:rPr sz="1702" b="0">
                <a:solidFill>
                  <a:srgbClr val="17171A"/>
                </a:solidFill>
                <a:latin typeface="맑은 고딕"/>
                <a:ea typeface="맑은 고딕"/>
                <a:cs typeface="맑은 고딕"/>
              </a:rPr>
              <a:t>“5,000점 사용 가능”으로 답변</a:t>
            </a:r>
          </a:p>
        </p:txBody>
      </p:sp>
      <p:sp>
        <p:nvSpPr>
          <p:cNvPr id="11" name="own-text-21">
            <a:extLst>
              <a:ext uri="{FF2B5EF4-FFF2-40B4-BE49-F238E27FC236}">
                <a16:creationId xmlns:a16="http://schemas.microsoft.com/office/drawing/2014/main" id="{E9468F7A-E094-440B-886C-E5B48CE509C9}"/>
              </a:ext>
            </a:extLst>
          </p:cNvPr>
          <p:cNvSpPr>
            <a:spLocks noGrp="1"/>
          </p:cNvSpPr>
          <p:nvPr/>
        </p:nvSpPr>
        <p:spPr>
          <a:xfrm>
            <a:off x="9086850" y="4333875"/>
            <a:ext cx="400050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Qwen의 프롬프트 교정 여지</a:t>
            </a:r>
          </a:p>
        </p:txBody>
      </p:sp>
      <p:sp>
        <p:nvSpPr>
          <p:cNvPr id="12" name="own-text-22">
            <a:extLst>
              <a:ext uri="{FF2B5EF4-FFF2-40B4-BE49-F238E27FC236}">
                <a16:creationId xmlns:a16="http://schemas.microsoft.com/office/drawing/2014/main" id="{BA174B9D-52EE-4434-9D41-57CD9809D297}"/>
              </a:ext>
            </a:extLst>
          </p:cNvPr>
          <p:cNvSpPr>
            <a:spLocks noGrp="1"/>
          </p:cNvSpPr>
          <p:nvPr/>
        </p:nvSpPr>
        <p:spPr>
          <a:xfrm>
            <a:off x="9086850" y="4829175"/>
            <a:ext cx="4000500" cy="61912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과잉 보류 352건 중</a:t>
            </a:r>
          </a:p>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255건은 환각이 없었음</a:t>
            </a:r>
          </a:p>
        </p:txBody>
      </p:sp>
      <p:sp>
        <p:nvSpPr>
          <p:cNvPr id="13" name="own-text-23">
            <a:extLst>
              <a:ext uri="{FF2B5EF4-FFF2-40B4-BE49-F238E27FC236}">
                <a16:creationId xmlns:a16="http://schemas.microsoft.com/office/drawing/2014/main" id="{53847936-9EEA-4108-956C-0406BC306CF4}"/>
              </a:ext>
            </a:extLst>
          </p:cNvPr>
          <p:cNvSpPr>
            <a:spLocks noGrp="1"/>
          </p:cNvSpPr>
          <p:nvPr/>
        </p:nvSpPr>
        <p:spPr>
          <a:xfrm>
            <a:off x="9086850" y="5581650"/>
            <a:ext cx="4000500" cy="542925"/>
          </a:xfrm>
          <a:prstGeom prst="rect">
            <a:avLst/>
          </a:prstGeom>
          <a:noFill/>
          <a:ln w="0">
            <a:noFill/>
          </a:ln>
        </p:spPr>
        <p:txBody>
          <a:bodyPr wrap="square" lIns="0" tIns="0" rIns="0" bIns="0" anchor="t">
            <a:noAutofit/>
          </a:bodyPr>
          <a:lstStyle>
            <a:defPPr algn="l">
              <a:defRPr sz="1552" b="0">
                <a:solidFill>
                  <a:srgbClr val="686B72"/>
                </a:solidFill>
                <a:latin typeface="맑은 고딕"/>
                <a:ea typeface="맑은 고딕"/>
                <a:cs typeface="맑은 고딕"/>
              </a:defRPr>
            </a:defPPr>
            <a:lvl1pPr algn="l">
              <a:defRPr sz="1552" b="0">
                <a:solidFill>
                  <a:srgbClr val="686B72"/>
                </a:solidFill>
                <a:latin typeface="맑은 고딕"/>
                <a:ea typeface="맑은 고딕"/>
                <a:cs typeface="맑은 고딕"/>
              </a:defRPr>
            </a:lvl1pPr>
            <a:lvl2pPr algn="l">
              <a:defRPr sz="1552" b="0">
                <a:solidFill>
                  <a:srgbClr val="686B72"/>
                </a:solidFill>
                <a:latin typeface="맑은 고딕"/>
                <a:ea typeface="맑은 고딕"/>
                <a:cs typeface="맑은 고딕"/>
              </a:defRPr>
            </a:lvl2pPr>
            <a:lvl3pPr algn="l">
              <a:defRPr sz="1552" b="0">
                <a:solidFill>
                  <a:srgbClr val="686B72"/>
                </a:solidFill>
                <a:latin typeface="맑은 고딕"/>
                <a:ea typeface="맑은 고딕"/>
                <a:cs typeface="맑은 고딕"/>
              </a:defRPr>
            </a:lvl3pPr>
            <a:lvl4pPr algn="l">
              <a:defRPr sz="1552" b="0">
                <a:solidFill>
                  <a:srgbClr val="686B72"/>
                </a:solidFill>
                <a:latin typeface="맑은 고딕"/>
                <a:ea typeface="맑은 고딕"/>
                <a:cs typeface="맑은 고딕"/>
              </a:defRPr>
            </a:lvl4pPr>
            <a:lvl5pPr algn="l">
              <a:defRPr sz="1552" b="0">
                <a:solidFill>
                  <a:srgbClr val="686B72"/>
                </a:solidFill>
                <a:latin typeface="맑은 고딕"/>
                <a:ea typeface="맑은 고딕"/>
                <a:cs typeface="맑은 고딕"/>
              </a:defRPr>
            </a:lvl5pPr>
            <a:lvl6pPr algn="l">
              <a:defRPr sz="1552" b="0">
                <a:solidFill>
                  <a:srgbClr val="686B72"/>
                </a:solidFill>
                <a:latin typeface="맑은 고딕"/>
                <a:ea typeface="맑은 고딕"/>
                <a:cs typeface="맑은 고딕"/>
              </a:defRPr>
            </a:lvl6pPr>
            <a:lvl7pPr algn="l">
              <a:defRPr sz="1552" b="0">
                <a:solidFill>
                  <a:srgbClr val="686B72"/>
                </a:solidFill>
                <a:latin typeface="맑은 고딕"/>
                <a:ea typeface="맑은 고딕"/>
                <a:cs typeface="맑은 고딕"/>
              </a:defRPr>
            </a:lvl7pPr>
            <a:lvl8pPr algn="l">
              <a:defRPr sz="1552" b="0">
                <a:solidFill>
                  <a:srgbClr val="686B72"/>
                </a:solidFill>
                <a:latin typeface="맑은 고딕"/>
                <a:ea typeface="맑은 고딕"/>
                <a:cs typeface="맑은 고딕"/>
              </a:defRPr>
            </a:lvl8pPr>
            <a:lvl9pPr algn="l">
              <a:defRPr sz="1552" b="0">
                <a:solidFill>
                  <a:srgbClr val="686B72"/>
                </a:solidFill>
                <a:latin typeface="맑은 고딕"/>
                <a:ea typeface="맑은 고딕"/>
                <a:cs typeface="맑은 고딕"/>
              </a:defRPr>
            </a:lvl9pPr>
          </a:lstStyle>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근거 우선 선택·과도한 되묻기가</a:t>
            </a:r>
          </a:p>
          <a:p>
            <a:pPr algn="l">
              <a:defRPr sz="1552" b="0">
                <a:solidFill>
                  <a:srgbClr val="686B72"/>
                </a:solidFill>
                <a:latin typeface="맑은 고딕"/>
                <a:ea typeface="맑은 고딕"/>
                <a:cs typeface="맑은 고딕"/>
              </a:defRPr>
            </a:pPr>
            <a:r>
              <a:rPr sz="1552" b="0">
                <a:solidFill>
                  <a:srgbClr val="686B72"/>
                </a:solidFill>
                <a:latin typeface="맑은 고딕"/>
                <a:ea typeface="맑은 고딕"/>
                <a:cs typeface="맑은 고딕"/>
              </a:rPr>
              <a:t>답변을 막는 구조를 확인</a:t>
            </a:r>
          </a:p>
        </p:txBody>
      </p:sp>
      <p:sp>
        <p:nvSpPr>
          <p:cNvPr id="14" name="own-text-24">
            <a:extLst>
              <a:ext uri="{FF2B5EF4-FFF2-40B4-BE49-F238E27FC236}">
                <a16:creationId xmlns:a16="http://schemas.microsoft.com/office/drawing/2014/main" id="{3525FBBB-FE59-47E7-BF6B-964167CDF87B}"/>
              </a:ext>
            </a:extLst>
          </p:cNvPr>
          <p:cNvSpPr>
            <a:spLocks noGrp="1"/>
          </p:cNvSpPr>
          <p:nvPr/>
        </p:nvSpPr>
        <p:spPr>
          <a:xfrm>
            <a:off x="9086850" y="6248400"/>
            <a:ext cx="4000500" cy="247650"/>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답하도록 바꾸면 환각 증가 위험도 남음</a:t>
            </a:r>
          </a:p>
        </p:txBody>
      </p:sp>
      <p:sp>
        <p:nvSpPr>
          <p:cNvPr id="15" name="own-text-25">
            <a:extLst>
              <a:ext uri="{FF2B5EF4-FFF2-40B4-BE49-F238E27FC236}">
                <a16:creationId xmlns:a16="http://schemas.microsoft.com/office/drawing/2014/main" id="{CE59EB09-CD9E-4B3C-B3DA-C435D901E918}"/>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277489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wn-text-26">
            <a:extLst>
              <a:ext uri="{FF2B5EF4-FFF2-40B4-BE49-F238E27FC236}">
                <a16:creationId xmlns:a16="http://schemas.microsoft.com/office/drawing/2014/main" id="{F207934A-D232-4585-92FE-75A2A50AF41A}"/>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7">
            <a:extLst>
              <a:ext uri="{FF2B5EF4-FFF2-40B4-BE49-F238E27FC236}">
                <a16:creationId xmlns:a16="http://schemas.microsoft.com/office/drawing/2014/main" id="{D54A9783-D572-467A-AF00-8D94F0D5C7E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8">
            <a:extLst>
              <a:ext uri="{FF2B5EF4-FFF2-40B4-BE49-F238E27FC236}">
                <a16:creationId xmlns:a16="http://schemas.microsoft.com/office/drawing/2014/main" id="{CE591D38-33DD-4477-8E5C-E3E2718B6D7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29">
            <a:extLst>
              <a:ext uri="{FF2B5EF4-FFF2-40B4-BE49-F238E27FC236}">
                <a16:creationId xmlns:a16="http://schemas.microsoft.com/office/drawing/2014/main" id="{1B8F6CAF-45CE-40F9-8248-976148047EB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a:ext uri="{FF2B5EF4-FFF2-40B4-BE49-F238E27FC236}">
                <a16:creationId xmlns:a16="http://schemas.microsoft.com/office/drawing/2014/main" id="{B4B45735-69CC-4798-94BD-FC683BA9C9D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31">
            <a:extLst>
              <a:ext uri="{FF2B5EF4-FFF2-40B4-BE49-F238E27FC236}">
                <a16:creationId xmlns:a16="http://schemas.microsoft.com/office/drawing/2014/main" id="{28A80B57-283D-44C3-BA09-BA862076E7F5}"/>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표 6">
            <a:extLst>
              <a:ext uri="{FF2B5EF4-FFF2-40B4-BE49-F238E27FC236}">
                <a16:creationId xmlns:a16="http://schemas.microsoft.com/office/drawing/2014/main" id="{CE5D85E8-4E5A-4AFE-B871-F560ED6CFC3B}"/>
              </a:ext>
            </a:extLst>
          </p:cNvPr>
          <p:cNvGraphicFramePr/>
          <p:nvPr/>
        </p:nvGraphicFramePr>
        <p:xfrm>
          <a:off x="628650" y="2076450"/>
          <a:ext cx="8096250" cy="3238500"/>
        </p:xfrm>
        <a:graphic>
          <a:graphicData uri="http://schemas.openxmlformats.org/drawingml/2006/table">
            <a:tbl>
              <a:tblPr/>
              <a:tblGrid>
                <a:gridCol w="4838700">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tblGrid>
              <a:tr h="462643">
                <a:tc>
                  <a:txBody>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정확도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695"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62643">
                <a:tc>
                  <a:txBody>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62.87%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23.76%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62643">
                <a:tc>
                  <a:txBody>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77.48%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24.50%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62643">
                <a:tc>
                  <a:txBody>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70.05%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29.70%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62643">
                <a:tc>
                  <a:txBody>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71.78%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42.57%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62643">
                <a:tc>
                  <a:txBody>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85.15%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695" b="1">
                          <a:solidFill>
                            <a:srgbClr val="F72585"/>
                          </a:solidFill>
                          <a:latin typeface="맑은 고딕"/>
                          <a:ea typeface="맑은 고딕"/>
                          <a:cs typeface="맑은 고딕"/>
                        </a:rPr>
                        <a:t>23.02%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5"/>
                  </a:ext>
                </a:extLst>
              </a:tr>
              <a:tr h="462643">
                <a:tc>
                  <a:txBody>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87.62%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695" b="0">
                          <a:solidFill>
                            <a:srgbClr val="17171A"/>
                          </a:solidFill>
                          <a:latin typeface="맑은 고딕"/>
                          <a:ea typeface="맑은 고딕"/>
                          <a:cs typeface="맑은 고딕"/>
                        </a:rPr>
                        <a:t>22.28%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8" name="own-text-32">
            <a:extLst>
              <a:ext uri="{FF2B5EF4-FFF2-40B4-BE49-F238E27FC236}">
                <a16:creationId xmlns:a16="http://schemas.microsoft.com/office/drawing/2014/main" id="{69BE57FB-C277-4F32-AC10-5F9F43D34148}"/>
              </a:ext>
            </a:extLst>
          </p:cNvPr>
          <p:cNvSpPr>
            <a:spLocks noGrp="1"/>
          </p:cNvSpPr>
          <p:nvPr/>
        </p:nvSpPr>
        <p:spPr>
          <a:xfrm>
            <a:off x="9105900" y="2076450"/>
            <a:ext cx="4000500" cy="33337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33">
            <a:extLst>
              <a:ext uri="{FF2B5EF4-FFF2-40B4-BE49-F238E27FC236}">
                <a16:creationId xmlns:a16="http://schemas.microsoft.com/office/drawing/2014/main" id="{1CBFFCE4-1AE8-45F6-B5C0-1A5BDEC92711}"/>
              </a:ext>
            </a:extLst>
          </p:cNvPr>
          <p:cNvSpPr>
            <a:spLocks noGrp="1"/>
          </p:cNvSpPr>
          <p:nvPr/>
        </p:nvSpPr>
        <p:spPr>
          <a:xfrm>
            <a:off x="9105900" y="2628900"/>
            <a:ext cx="4000500" cy="685800"/>
          </a:xfrm>
          <a:prstGeom prst="rect">
            <a:avLst/>
          </a:prstGeom>
          <a:noFill/>
          <a:ln w="0">
            <a:noFill/>
          </a:ln>
        </p:spPr>
        <p:txBody>
          <a:bodyPr wrap="square" lIns="0" tIns="0" rIns="0" bIns="0" anchor="t">
            <a:noAutofit/>
          </a:bodyPr>
          <a:lstStyle>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34">
            <a:extLst>
              <a:ext uri="{FF2B5EF4-FFF2-40B4-BE49-F238E27FC236}">
                <a16:creationId xmlns:a16="http://schemas.microsoft.com/office/drawing/2014/main" id="{0747B631-3D8F-4884-BCF1-83EE78737272}"/>
              </a:ext>
            </a:extLst>
          </p:cNvPr>
          <p:cNvSpPr>
            <a:spLocks noGrp="1"/>
          </p:cNvSpPr>
          <p:nvPr/>
        </p:nvSpPr>
        <p:spPr>
          <a:xfrm>
            <a:off x="9105900" y="3476625"/>
            <a:ext cx="4000500" cy="2857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35">
            <a:extLst>
              <a:ext uri="{FF2B5EF4-FFF2-40B4-BE49-F238E27FC236}">
                <a16:creationId xmlns:a16="http://schemas.microsoft.com/office/drawing/2014/main" id="{B4030F30-2FA6-40C0-846B-3240090334A2}"/>
              </a:ext>
            </a:extLst>
          </p:cNvPr>
          <p:cNvSpPr>
            <a:spLocks noGrp="1"/>
          </p:cNvSpPr>
          <p:nvPr/>
        </p:nvSpPr>
        <p:spPr>
          <a:xfrm>
            <a:off x="9105900" y="4000500"/>
            <a:ext cx="4000500" cy="333375"/>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36">
            <a:extLst>
              <a:ext uri="{FF2B5EF4-FFF2-40B4-BE49-F238E27FC236}">
                <a16:creationId xmlns:a16="http://schemas.microsoft.com/office/drawing/2014/main" id="{168EA29D-2315-4C53-BEE4-8E507DF88AD2}"/>
              </a:ext>
            </a:extLst>
          </p:cNvPr>
          <p:cNvSpPr>
            <a:spLocks noGrp="1"/>
          </p:cNvSpPr>
          <p:nvPr/>
        </p:nvSpPr>
        <p:spPr>
          <a:xfrm>
            <a:off x="9105900" y="4495800"/>
            <a:ext cx="4000500" cy="68580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37">
            <a:extLst>
              <a:ext uri="{FF2B5EF4-FFF2-40B4-BE49-F238E27FC236}">
                <a16:creationId xmlns:a16="http://schemas.microsoft.com/office/drawing/2014/main" id="{108C4A8D-4648-47AD-8BAF-7C2DDB80D3FF}"/>
              </a:ext>
            </a:extLst>
          </p:cNvPr>
          <p:cNvSpPr>
            <a:spLocks noGrp="1"/>
          </p:cNvSpPr>
          <p:nvPr/>
        </p:nvSpPr>
        <p:spPr>
          <a:xfrm>
            <a:off x="628650" y="5581650"/>
            <a:ext cx="12458700" cy="0"/>
          </a:xfrm>
          <a:prstGeom prst="line">
            <a:avLst/>
          </a:prstGeom>
          <a:noFill/>
          <a:ln w="9525">
            <a:solidFill>
              <a:srgbClr val="DDDDE1"/>
            </a:solidFill>
            <a:prstDash val="solid"/>
          </a:ln>
        </p:spPr>
      </p:sp>
      <p:sp>
        <p:nvSpPr>
          <p:cNvPr id="14" name="own-text-38">
            <a:extLst>
              <a:ext uri="{FF2B5EF4-FFF2-40B4-BE49-F238E27FC236}">
                <a16:creationId xmlns:a16="http://schemas.microsoft.com/office/drawing/2014/main" id="{4318DED0-1C0D-45A9-9FF1-2191559EF04D}"/>
              </a:ext>
            </a:extLst>
          </p:cNvPr>
          <p:cNvSpPr>
            <a:spLocks noGrp="1"/>
          </p:cNvSpPr>
          <p:nvPr/>
        </p:nvSpPr>
        <p:spPr>
          <a:xfrm>
            <a:off x="628650" y="5810250"/>
            <a:ext cx="1714500" cy="30480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39">
            <a:extLst>
              <a:ext uri="{FF2B5EF4-FFF2-40B4-BE49-F238E27FC236}">
                <a16:creationId xmlns:a16="http://schemas.microsoft.com/office/drawing/2014/main" id="{38254FA8-E5B6-4C30-B364-C50B4CBB7406}"/>
              </a:ext>
            </a:extLst>
          </p:cNvPr>
          <p:cNvSpPr>
            <a:spLocks noGrp="1"/>
          </p:cNvSpPr>
          <p:nvPr/>
        </p:nvSpPr>
        <p:spPr>
          <a:xfrm>
            <a:off x="2571750" y="5800725"/>
            <a:ext cx="10477500" cy="628650"/>
          </a:xfrm>
          <a:prstGeom prst="rect">
            <a:avLst/>
          </a:prstGeom>
          <a:noFill/>
          <a:ln w="0">
            <a:noFill/>
          </a:ln>
        </p:spPr>
        <p:txBody>
          <a:bodyPr wrap="square" lIns="0" tIns="0" rIns="0" bIns="0" anchor="t">
            <a:noAutofit/>
          </a:bodyPr>
          <a:lstStyle>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3604966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40">
            <a:extLst>
              <a:ext uri="{FF2B5EF4-FFF2-40B4-BE49-F238E27FC236}">
                <a16:creationId xmlns:a16="http://schemas.microsoft.com/office/drawing/2014/main" id="{DD2E1D71-320D-4DC8-8049-C2AA1E616F89}"/>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41">
            <a:extLst>
              <a:ext uri="{FF2B5EF4-FFF2-40B4-BE49-F238E27FC236}">
                <a16:creationId xmlns:a16="http://schemas.microsoft.com/office/drawing/2014/main" id="{BA6DD4C0-A82A-4503-8AF9-F8800FC0405B}"/>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42">
            <a:extLst>
              <a:ext uri="{FF2B5EF4-FFF2-40B4-BE49-F238E27FC236}">
                <a16:creationId xmlns:a16="http://schemas.microsoft.com/office/drawing/2014/main" id="{859D7F73-BF54-4086-87D1-F2A8922AC007}"/>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43">
            <a:extLst>
              <a:ext uri="{FF2B5EF4-FFF2-40B4-BE49-F238E27FC236}">
                <a16:creationId xmlns:a16="http://schemas.microsoft.com/office/drawing/2014/main" id="{762F2923-999B-4161-BBAF-2CC0C0B8319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4">
            <a:extLst>
              <a:ext uri="{FF2B5EF4-FFF2-40B4-BE49-F238E27FC236}">
                <a16:creationId xmlns:a16="http://schemas.microsoft.com/office/drawing/2014/main" id="{38BD8416-525D-4979-900B-FD19F46B3151}"/>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5">
            <a:extLst>
              <a:ext uri="{FF2B5EF4-FFF2-40B4-BE49-F238E27FC236}">
                <a16:creationId xmlns:a16="http://schemas.microsoft.com/office/drawing/2014/main" id="{946715BA-8B58-49F5-B548-9313409BF8EB}"/>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6">
            <a:extLst>
              <a:ext uri="{FF2B5EF4-FFF2-40B4-BE49-F238E27FC236}">
                <a16:creationId xmlns:a16="http://schemas.microsoft.com/office/drawing/2014/main" id="{BED5841F-7F8F-4730-B29B-462F4AE0D78D}"/>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449E3631-BE5D-4CF6-80B3-FC6A959B5445}"/>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46330785-99AD-48B7-8C7F-19E29D8AF0EF}"/>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7">
            <a:extLst>
              <a:ext uri="{FF2B5EF4-FFF2-40B4-BE49-F238E27FC236}">
                <a16:creationId xmlns:a16="http://schemas.microsoft.com/office/drawing/2014/main" id="{6377E4A5-799A-47B1-9894-A6326D5050D7}"/>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8">
            <a:extLst>
              <a:ext uri="{FF2B5EF4-FFF2-40B4-BE49-F238E27FC236}">
                <a16:creationId xmlns:a16="http://schemas.microsoft.com/office/drawing/2014/main" id="{7697A4D0-4FAF-439E-8000-911201F84AA9}"/>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79335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A2AD6C91-CB7E-4676-9904-A3ED4431A910}"/>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92BD1F10-9968-4F02-91D9-D0848E6C1C37}"/>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DCC4149A-83F8-4705-B2CB-A6867CD8B104}"/>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52A152E7-F2CE-4869-8661-F09AFA407F30}"/>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45324D56-0D70-47F4-952E-30ADA259905C}"/>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618E8A91-D773-4DD5-9481-4B9369AF867A}"/>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F3816C1F-F99D-4C4A-AD19-AA29CC20808C}"/>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BE984D3B-49F1-4B80-B6C1-B428FEF77071}"/>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BA9556EB-2E9E-42E1-AFB6-5DD79B5B85B6}"/>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9">
            <a:extLst>
              <a:ext uri="{FF2B5EF4-FFF2-40B4-BE49-F238E27FC236}">
                <a16:creationId xmlns:a16="http://schemas.microsoft.com/office/drawing/2014/main" id="{0F6A4D8E-41EC-4C11-A930-3E4DA9A231A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0">
            <a:extLst>
              <a:ext uri="{FF2B5EF4-FFF2-40B4-BE49-F238E27FC236}">
                <a16:creationId xmlns:a16="http://schemas.microsoft.com/office/drawing/2014/main" id="{8ED30959-545A-46AD-88AD-A00CC7F5102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51">
            <a:extLst>
              <a:ext uri="{FF2B5EF4-FFF2-40B4-BE49-F238E27FC236}">
                <a16:creationId xmlns:a16="http://schemas.microsoft.com/office/drawing/2014/main" id="{9E070083-267E-4118-A847-46A0A781265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52">
            <a:extLst>
              <a:ext uri="{FF2B5EF4-FFF2-40B4-BE49-F238E27FC236}">
                <a16:creationId xmlns:a16="http://schemas.microsoft.com/office/drawing/2014/main" id="{D83284FF-74F3-4D21-86DF-C4408821495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3">
            <a:extLst>
              <a:ext uri="{FF2B5EF4-FFF2-40B4-BE49-F238E27FC236}">
                <a16:creationId xmlns:a16="http://schemas.microsoft.com/office/drawing/2014/main" id="{B1DCDD0B-248B-4725-8059-A8198CFBE98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54">
            <a:extLst>
              <a:ext uri="{FF2B5EF4-FFF2-40B4-BE49-F238E27FC236}">
                <a16:creationId xmlns:a16="http://schemas.microsoft.com/office/drawing/2014/main" id="{2174210C-A275-459B-A1A8-ACA08004050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5">
            <a:extLst>
              <a:ext uri="{FF2B5EF4-FFF2-40B4-BE49-F238E27FC236}">
                <a16:creationId xmlns:a16="http://schemas.microsoft.com/office/drawing/2014/main" id="{3BDE3A0A-3913-4D49-A0FA-88C9A3B764DC}"/>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6">
            <a:extLst>
              <a:ext uri="{FF2B5EF4-FFF2-40B4-BE49-F238E27FC236}">
                <a16:creationId xmlns:a16="http://schemas.microsoft.com/office/drawing/2014/main" id="{A5A512B2-7A4B-43B3-8707-C9178DF6BED6}"/>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7">
            <a:extLst>
              <a:ext uri="{FF2B5EF4-FFF2-40B4-BE49-F238E27FC236}">
                <a16:creationId xmlns:a16="http://schemas.microsoft.com/office/drawing/2014/main" id="{D9E8E498-CBFB-46E2-A3F5-77FF7B08981C}"/>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8">
            <a:extLst>
              <a:ext uri="{FF2B5EF4-FFF2-40B4-BE49-F238E27FC236}">
                <a16:creationId xmlns:a16="http://schemas.microsoft.com/office/drawing/2014/main" id="{3877CC67-5E58-4F20-A2DA-0FE732C96E30}"/>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9">
            <a:extLst>
              <a:ext uri="{FF2B5EF4-FFF2-40B4-BE49-F238E27FC236}">
                <a16:creationId xmlns:a16="http://schemas.microsoft.com/office/drawing/2014/main" id="{122CFF9F-CFE6-412C-8331-6F6B5F420310}"/>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60">
            <a:extLst>
              <a:ext uri="{FF2B5EF4-FFF2-40B4-BE49-F238E27FC236}">
                <a16:creationId xmlns:a16="http://schemas.microsoft.com/office/drawing/2014/main" id="{74FFE386-EBD6-4FDC-9F2F-74D0213BA64E}"/>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61">
            <a:extLst>
              <a:ext uri="{FF2B5EF4-FFF2-40B4-BE49-F238E27FC236}">
                <a16:creationId xmlns:a16="http://schemas.microsoft.com/office/drawing/2014/main" id="{04D9DF65-277E-47AB-B793-BA38831D845F}"/>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62">
            <a:extLst>
              <a:ext uri="{FF2B5EF4-FFF2-40B4-BE49-F238E27FC236}">
                <a16:creationId xmlns:a16="http://schemas.microsoft.com/office/drawing/2014/main" id="{C785E426-9524-42F1-9C66-739DD7F6309D}"/>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63">
            <a:extLst>
              <a:ext uri="{FF2B5EF4-FFF2-40B4-BE49-F238E27FC236}">
                <a16:creationId xmlns:a16="http://schemas.microsoft.com/office/drawing/2014/main" id="{8ACF3A45-BEBA-4F2C-94EB-AF9A0EDF6855}"/>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64">
            <a:extLst>
              <a:ext uri="{FF2B5EF4-FFF2-40B4-BE49-F238E27FC236}">
                <a16:creationId xmlns:a16="http://schemas.microsoft.com/office/drawing/2014/main" id="{393736F6-7E13-4923-B4F7-0EFCB42AC9C7}"/>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E0F363E2-FC79-4791-8419-FE05AEC6B755}"/>
              </a:ext>
            </a:extLst>
          </p:cNvPr>
          <p:cNvGraphicFramePr/>
          <p:nvPr/>
        </p:nvGraphicFramePr>
        <p:xfrm>
          <a:off x="628650" y="4886325"/>
          <a:ext cx="12458700" cy="1571625"/>
        </p:xfrm>
        <a:graphic>
          <a:graphicData uri="http://schemas.openxmlformats.org/drawingml/2006/table">
            <a:tbl>
              <a:tblPr/>
              <a:tblGrid>
                <a:gridCol w="3914775">
                  <a:extLst>
                    <a:ext uri="{9D8B030D-6E8A-4147-A177-3AD203B41FA5}">
                      <a16:colId xmlns:a16="http://schemas.microsoft.com/office/drawing/2014/main" val="20000"/>
                    </a:ext>
                  </a:extLst>
                </a:gridCol>
                <a:gridCol w="2847975">
                  <a:extLst>
                    <a:ext uri="{9D8B030D-6E8A-4147-A177-3AD203B41FA5}">
                      <a16:colId xmlns:a16="http://schemas.microsoft.com/office/drawing/2014/main" val="20001"/>
                    </a:ext>
                  </a:extLst>
                </a:gridCol>
                <a:gridCol w="2847975">
                  <a:extLst>
                    <a:ext uri="{9D8B030D-6E8A-4147-A177-3AD203B41FA5}">
                      <a16:colId xmlns:a16="http://schemas.microsoft.com/office/drawing/2014/main" val="20002"/>
                    </a:ext>
                  </a:extLst>
                </a:gridCol>
                <a:gridCol w="2847975">
                  <a:extLst>
                    <a:ext uri="{9D8B030D-6E8A-4147-A177-3AD203B41FA5}">
                      <a16:colId xmlns:a16="http://schemas.microsoft.com/office/drawing/2014/main" val="20003"/>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초기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0727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1DBBDF2D-D267-4018-8C3A-5AF874377EC7}"/>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5">
            <a:extLst>
              <a:ext uri="{FF2B5EF4-FFF2-40B4-BE49-F238E27FC236}">
                <a16:creationId xmlns:a16="http://schemas.microsoft.com/office/drawing/2014/main" id="{1E632639-FA8F-4BB1-9326-4C7522C14E7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6">
            <a:extLst>
              <a:ext uri="{FF2B5EF4-FFF2-40B4-BE49-F238E27FC236}">
                <a16:creationId xmlns:a16="http://schemas.microsoft.com/office/drawing/2014/main" id="{C09A05DF-667A-4B8F-939F-41B4CA6FC47F}"/>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7">
            <a:extLst>
              <a:ext uri="{FF2B5EF4-FFF2-40B4-BE49-F238E27FC236}">
                <a16:creationId xmlns:a16="http://schemas.microsoft.com/office/drawing/2014/main" id="{5BCDC380-B916-4EF2-A1FD-FCA894050174}"/>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8">
            <a:extLst>
              <a:ext uri="{FF2B5EF4-FFF2-40B4-BE49-F238E27FC236}">
                <a16:creationId xmlns:a16="http://schemas.microsoft.com/office/drawing/2014/main" id="{8AF29F68-5C57-47B7-A773-BE511431869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9">
            <a:extLst>
              <a:ext uri="{FF2B5EF4-FFF2-40B4-BE49-F238E27FC236}">
                <a16:creationId xmlns:a16="http://schemas.microsoft.com/office/drawing/2014/main" id="{06059DDA-079D-48C2-86E8-53F51A7F840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70">
            <a:extLst>
              <a:ext uri="{FF2B5EF4-FFF2-40B4-BE49-F238E27FC236}">
                <a16:creationId xmlns:a16="http://schemas.microsoft.com/office/drawing/2014/main" id="{47049482-6DB6-4C0D-9E8C-CBD51B8012A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71">
            <a:extLst>
              <a:ext uri="{FF2B5EF4-FFF2-40B4-BE49-F238E27FC236}">
                <a16:creationId xmlns:a16="http://schemas.microsoft.com/office/drawing/2014/main" id="{F218CFB4-C3DD-4036-A544-CCF3CEC09AE3}"/>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72">
            <a:extLst>
              <a:ext uri="{FF2B5EF4-FFF2-40B4-BE49-F238E27FC236}">
                <a16:creationId xmlns:a16="http://schemas.microsoft.com/office/drawing/2014/main" id="{6833A135-CD58-4545-A78F-16A7B439E775}"/>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73">
            <a:extLst>
              <a:ext uri="{FF2B5EF4-FFF2-40B4-BE49-F238E27FC236}">
                <a16:creationId xmlns:a16="http://schemas.microsoft.com/office/drawing/2014/main" id="{AF1AB3C5-5A8E-4841-A5DB-DCC9823A2D7E}"/>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74">
            <a:extLst>
              <a:ext uri="{FF2B5EF4-FFF2-40B4-BE49-F238E27FC236}">
                <a16:creationId xmlns:a16="http://schemas.microsoft.com/office/drawing/2014/main" id="{CB1585BB-819E-42E2-80AF-4D8D1CD1D109}"/>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5">
            <a:extLst>
              <a:ext uri="{FF2B5EF4-FFF2-40B4-BE49-F238E27FC236}">
                <a16:creationId xmlns:a16="http://schemas.microsoft.com/office/drawing/2014/main" id="{800F0211-A891-4A62-B16A-DE59E70D871F}"/>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6">
            <a:extLst>
              <a:ext uri="{FF2B5EF4-FFF2-40B4-BE49-F238E27FC236}">
                <a16:creationId xmlns:a16="http://schemas.microsoft.com/office/drawing/2014/main" id="{5635518B-A915-401B-BDD3-959AE19BD18E}"/>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7">
            <a:extLst>
              <a:ext uri="{FF2B5EF4-FFF2-40B4-BE49-F238E27FC236}">
                <a16:creationId xmlns:a16="http://schemas.microsoft.com/office/drawing/2014/main" id="{6E587FC7-EBCD-4D75-B22E-565059201FF8}"/>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8">
            <a:extLst>
              <a:ext uri="{FF2B5EF4-FFF2-40B4-BE49-F238E27FC236}">
                <a16:creationId xmlns:a16="http://schemas.microsoft.com/office/drawing/2014/main" id="{20AF46B3-F19A-47EB-B5EF-F8D45C3091A2}"/>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A1B20640-347D-4B2B-A404-AB391C7F796A}"/>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9">
            <a:extLst>
              <a:ext uri="{FF2B5EF4-FFF2-40B4-BE49-F238E27FC236}">
                <a16:creationId xmlns:a16="http://schemas.microsoft.com/office/drawing/2014/main" id="{7C4BB4BB-AE33-40DA-A137-A742623E0FBA}"/>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80">
            <a:extLst>
              <a:ext uri="{FF2B5EF4-FFF2-40B4-BE49-F238E27FC236}">
                <a16:creationId xmlns:a16="http://schemas.microsoft.com/office/drawing/2014/main" id="{D90B6E42-59B6-4CDA-8016-D70263804B6F}"/>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2503133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C8C3FB44-B9B4-45EC-87BA-C3AED7F9CBC2}"/>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59255915-3E1F-4EBF-B4EF-2DDEABBB7552}"/>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81">
            <a:extLst>
              <a:ext uri="{FF2B5EF4-FFF2-40B4-BE49-F238E27FC236}">
                <a16:creationId xmlns:a16="http://schemas.microsoft.com/office/drawing/2014/main" id="{08DDABBB-764D-4CB8-B7A0-BF63C4DC0A6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82">
            <a:extLst>
              <a:ext uri="{FF2B5EF4-FFF2-40B4-BE49-F238E27FC236}">
                <a16:creationId xmlns:a16="http://schemas.microsoft.com/office/drawing/2014/main" id="{D8A55F34-A545-4991-9AED-49397DEB96C2}"/>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83">
            <a:extLst>
              <a:ext uri="{FF2B5EF4-FFF2-40B4-BE49-F238E27FC236}">
                <a16:creationId xmlns:a16="http://schemas.microsoft.com/office/drawing/2014/main" id="{78E09490-39F4-451B-8798-CD82A87345A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84">
            <a:extLst>
              <a:ext uri="{FF2B5EF4-FFF2-40B4-BE49-F238E27FC236}">
                <a16:creationId xmlns:a16="http://schemas.microsoft.com/office/drawing/2014/main" id="{F074DE43-8A94-4719-B8E6-532DEC8CDB5C}"/>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5">
            <a:extLst>
              <a:ext uri="{FF2B5EF4-FFF2-40B4-BE49-F238E27FC236}">
                <a16:creationId xmlns:a16="http://schemas.microsoft.com/office/drawing/2014/main" id="{B0E38333-D6E1-4616-9713-DFED019C5BF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6">
            <a:extLst>
              <a:ext uri="{FF2B5EF4-FFF2-40B4-BE49-F238E27FC236}">
                <a16:creationId xmlns:a16="http://schemas.microsoft.com/office/drawing/2014/main" id="{D578A62E-2B79-454C-887C-864528000059}"/>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87">
            <a:extLst>
              <a:ext uri="{FF2B5EF4-FFF2-40B4-BE49-F238E27FC236}">
                <a16:creationId xmlns:a16="http://schemas.microsoft.com/office/drawing/2014/main" id="{546E4C74-7494-4664-B3E1-74F078317EC4}"/>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8">
            <a:extLst>
              <a:ext uri="{FF2B5EF4-FFF2-40B4-BE49-F238E27FC236}">
                <a16:creationId xmlns:a16="http://schemas.microsoft.com/office/drawing/2014/main" id="{4489A3E1-4D99-4375-A540-D9ED32C630D6}"/>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9">
            <a:extLst>
              <a:ext uri="{FF2B5EF4-FFF2-40B4-BE49-F238E27FC236}">
                <a16:creationId xmlns:a16="http://schemas.microsoft.com/office/drawing/2014/main" id="{7D3FFF34-E485-417F-B036-05AE3BB247F0}"/>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2A1F26A5-55A0-4928-94A5-9700B38EAC37}"/>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90">
            <a:extLst>
              <a:ext uri="{FF2B5EF4-FFF2-40B4-BE49-F238E27FC236}">
                <a16:creationId xmlns:a16="http://schemas.microsoft.com/office/drawing/2014/main" id="{08CC0092-AE96-41EF-B1D5-40C1AFA1E9AB}"/>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91">
            <a:extLst>
              <a:ext uri="{FF2B5EF4-FFF2-40B4-BE49-F238E27FC236}">
                <a16:creationId xmlns:a16="http://schemas.microsoft.com/office/drawing/2014/main" id="{E6608F14-CA86-4F3A-B5A6-1D8D162E5731}"/>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3651805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92">
            <a:extLst>
              <a:ext uri="{FF2B5EF4-FFF2-40B4-BE49-F238E27FC236}">
                <a16:creationId xmlns:a16="http://schemas.microsoft.com/office/drawing/2014/main" id="{93402ECF-6FB9-440A-84BE-3B1129661EC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93">
            <a:extLst>
              <a:ext uri="{FF2B5EF4-FFF2-40B4-BE49-F238E27FC236}">
                <a16:creationId xmlns:a16="http://schemas.microsoft.com/office/drawing/2014/main" id="{2AD863E8-1E15-43AD-8024-E95A7BD11074}"/>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94">
            <a:extLst>
              <a:ext uri="{FF2B5EF4-FFF2-40B4-BE49-F238E27FC236}">
                <a16:creationId xmlns:a16="http://schemas.microsoft.com/office/drawing/2014/main" id="{21EF77B9-F996-46E2-B3F3-4CC845537B4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5">
            <a:extLst>
              <a:ext uri="{FF2B5EF4-FFF2-40B4-BE49-F238E27FC236}">
                <a16:creationId xmlns:a16="http://schemas.microsoft.com/office/drawing/2014/main" id="{20080D78-8899-48AF-B36A-ECC6B76BD72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6">
            <a:extLst>
              <a:ext uri="{FF2B5EF4-FFF2-40B4-BE49-F238E27FC236}">
                <a16:creationId xmlns:a16="http://schemas.microsoft.com/office/drawing/2014/main" id="{1E086749-4EA8-4B66-B2A2-71E85544C578}"/>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A8354190-356F-4104-9352-C5F7C96E9991}"/>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5140134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5840</Words>
  <Application>Microsoft Office PowerPoint</Application>
  <PresentationFormat>사용자 지정</PresentationFormat>
  <Paragraphs>926</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2026-10-26T00:54:46Z</dcterms:modified>
  <cp:version/>
</cp:coreProperties>
</file>