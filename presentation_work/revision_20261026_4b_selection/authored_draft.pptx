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871824bf48404e" /><Relationship Type="http://schemas.openxmlformats.org/officeDocument/2006/relationships/extended-properties" Target="/docProps/app.xml" Id="R897534c658d84183" /><Relationship Type="http://schemas.openxmlformats.org/officeDocument/2006/relationships/officeDocument" Target="/ppt/presentation.xml" Id="R3554df9240984a69" /></Relationships>
</file>

<file path=ppt/presentation.xml><?xml version="1.0" encoding="utf-8"?>
<p:presentation xmlns:p="http://schemas.openxmlformats.org/presentationml/2006/main">
  <p:sldMasterIdLst>
    <p:sldMasterId xmlns:r="http://schemas.openxmlformats.org/officeDocument/2006/relationships" id="2147483648" r:id="R3fcf8495a70145c3"/>
  </p:sldMasterIdLst>
  <p:notesMasterIdLst>
    <p:notesMasterId xmlns:r="http://schemas.openxmlformats.org/officeDocument/2006/relationships" r:id="R23297b0e992b4985"/>
  </p:notesMasterIdLst>
  <p:sldIdLst>
    <p:sldId xmlns:r="http://schemas.openxmlformats.org/officeDocument/2006/relationships" id="256" r:id="R7f55d1aa8a9e48da"/>
    <p:sldId xmlns:r="http://schemas.openxmlformats.org/officeDocument/2006/relationships" id="257" r:id="R1433908687bd4d48"/>
    <p:sldId xmlns:r="http://schemas.openxmlformats.org/officeDocument/2006/relationships" id="258" r:id="Rb4e09010a1e2419a"/>
    <p:sldId xmlns:r="http://schemas.openxmlformats.org/officeDocument/2006/relationships" id="259" r:id="R911ab6c166e84d5b"/>
    <p:sldId xmlns:r="http://schemas.openxmlformats.org/officeDocument/2006/relationships" id="260" r:id="R1161c4d2f2a84937"/>
    <p:sldId xmlns:r="http://schemas.openxmlformats.org/officeDocument/2006/relationships" id="261" r:id="R731b8283aac44b75"/>
    <p:sldId xmlns:r="http://schemas.openxmlformats.org/officeDocument/2006/relationships" id="262" r:id="Rd80ea7c0de004d16"/>
    <p:sldId xmlns:r="http://schemas.openxmlformats.org/officeDocument/2006/relationships" id="263" r:id="R3c5aea1862474827"/>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82eb9d28f044687" /><Relationship Type="http://schemas.openxmlformats.org/officeDocument/2006/relationships/slideMaster" Target="/ppt/slideMasters/slideMaster1.xml" Id="R3fcf8495a70145c3" /><Relationship Type="http://schemas.openxmlformats.org/officeDocument/2006/relationships/notesMaster" Target="/ppt/notesMasters/notesMaster1.xml" Id="R23297b0e992b4985" /><Relationship Type="http://schemas.openxmlformats.org/officeDocument/2006/relationships/presProps" Target="/ppt/presProps.xml" Id="R43b8f3ce62124785" /><Relationship Type="http://schemas.openxmlformats.org/officeDocument/2006/relationships/viewProps" Target="/ppt/viewProps.xml" Id="Rf0203a32912b4629" /><Relationship Type="http://schemas.openxmlformats.org/officeDocument/2006/relationships/tableStyles" Target="/ppt/tableStyles.xml" Id="Rb051ecd013554aa3" /><Relationship Type="http://schemas.openxmlformats.org/officeDocument/2006/relationships/slide" Target="/ppt/slides/slide1.xml" Id="R7f55d1aa8a9e48da" /><Relationship Type="http://schemas.openxmlformats.org/officeDocument/2006/relationships/slide" Target="/ppt/slides/slide2.xml" Id="R1433908687bd4d48" /><Relationship Type="http://schemas.openxmlformats.org/officeDocument/2006/relationships/slide" Target="/ppt/slides/slide3.xml" Id="Rb4e09010a1e2419a" /><Relationship Type="http://schemas.openxmlformats.org/officeDocument/2006/relationships/slide" Target="/ppt/slides/slide4.xml" Id="R911ab6c166e84d5b" /><Relationship Type="http://schemas.openxmlformats.org/officeDocument/2006/relationships/slide" Target="/ppt/slides/slide5.xml" Id="R1161c4d2f2a84937" /><Relationship Type="http://schemas.openxmlformats.org/officeDocument/2006/relationships/slide" Target="/ppt/slides/slide6.xml" Id="R731b8283aac44b75" /><Relationship Type="http://schemas.openxmlformats.org/officeDocument/2006/relationships/slide" Target="/ppt/slides/slide7.xml" Id="Rd80ea7c0de004d16" /><Relationship Type="http://schemas.openxmlformats.org/officeDocument/2006/relationships/slide" Target="/ppt/slides/slide8.xml" Id="R3c5aea18624748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c42f26ef8747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0412e214814f95" /><Relationship Type="http://schemas.openxmlformats.org/officeDocument/2006/relationships/notesMaster" Target="/ppt/notesMasters/notesMaster1.xml" Id="Re15522a000944d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c8c037649a4a78" /><Relationship Type="http://schemas.openxmlformats.org/officeDocument/2006/relationships/notesMaster" Target="/ppt/notesMasters/notesMaster1.xml" Id="Ra22feec2282545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157e9153bc4892" /><Relationship Type="http://schemas.openxmlformats.org/officeDocument/2006/relationships/notesMaster" Target="/ppt/notesMasters/notesMaster1.xml" Id="R93cb9b6d6c2540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940b6186584129" /><Relationship Type="http://schemas.openxmlformats.org/officeDocument/2006/relationships/notesMaster" Target="/ppt/notesMasters/notesMaster1.xml" Id="R3dca65d6006c41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1d801897a24a34" /><Relationship Type="http://schemas.openxmlformats.org/officeDocument/2006/relationships/notesMaster" Target="/ppt/notesMasters/notesMaster1.xml" Id="Rd67b47fd829542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60d4be25c34656" /><Relationship Type="http://schemas.openxmlformats.org/officeDocument/2006/relationships/notesMaster" Target="/ppt/notesMasters/notesMaster1.xml" Id="R9720529391a34a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340a35daf64226" /><Relationship Type="http://schemas.openxmlformats.org/officeDocument/2006/relationships/notesMaster" Target="/ppt/notesMasters/notesMaster1.xml" Id="R49b574c91e8c4f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fb58d8bc2b4597" /><Relationship Type="http://schemas.openxmlformats.org/officeDocument/2006/relationships/notesMaster" Target="/ppt/notesMasters/notesMaster1.xml" Id="R3cbe728f2ae94e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C:/Ureka/ureca_project2/LLM_Test/presentation_work/revision_20261026_4b_selection/selection_metrics.json</a:t>
            </a:r>
          </a:p>
          <a:p xmlns:a="http://schemas.openxmlformats.org/drawingml/2006/main">
            <a:r>
              <a:t>C:/Ureka/ureca_project2/LLM_Test/presentation_work/revision_20261026_4b_selection/derive_selection_metrics.py</a:t>
            </a:r>
          </a:p>
          <a:p xmlns:a="http://schemas.openxmlformats.org/drawingml/2006/main">
            <a:r>
              <a:t>C:/Ureka/ureca_project2/LLM_Test/presentation_work/evidence_20261026/gemma_v3_v4_and_status.json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(27초)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C:/Ureka/ureca_project2/LLM_Test/presentation_work/revision_20261026_4b_selection/slide_metrics.json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C:/Ureka/ureca_project2/LLM_Test/presentation_work/revision_20261026_4b_selection/feedback_metrics.json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C:/Ureka/ureca_project2/LLM_Test/presentation_work/revision_20261026_4b_selection/slide_metrics.json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C:/Ureka/ureca_project2/LLM_Test/presentation_work/revision_20261026_4b_selection/derive_slide_metrics.py</a:t>
            </a:r>
          </a:p>
          <a:p xmlns:a="http://schemas.openxmlformats.org/drawingml/2006/main">
            <a:r>
              <a:t>C:/Ureka/ureca_project2/LLM_Test/presentation_work/revision_20261026_4b_selection/slide_metrics.json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cc993b29c1415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67a35bac44408" /><Relationship Type="http://schemas.openxmlformats.org/officeDocument/2006/relationships/slideLayout" Target="/ppt/slideLayouts/slideLayout1.xml" Id="R39f7a4da55ff49c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f7a4da55ff49c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9ab052ac6948b0" /><Relationship Type="http://schemas.openxmlformats.org/officeDocument/2006/relationships/chart" Target="/ppt/slides/charts/chart1.xml" Id="R334a79df351a4d30" /><Relationship Type="http://schemas.openxmlformats.org/officeDocument/2006/relationships/notesSlide" Target="/ppt/notesSlides/notesSlide1.xml" Id="Rc09295b9792645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91d3deeef34505" /><Relationship Type="http://schemas.openxmlformats.org/officeDocument/2006/relationships/notesSlide" Target="/ppt/notesSlides/notesSlide2.xml" Id="R67b173110f8c4e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49a8292aa14f21" /><Relationship Type="http://schemas.openxmlformats.org/officeDocument/2006/relationships/notesSlide" Target="/ppt/notesSlides/notesSlide3.xml" Id="R39a385f4ae2847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ea936e44de405e" /><Relationship Type="http://schemas.openxmlformats.org/officeDocument/2006/relationships/chart" Target="/ppt/slides/charts/chart2.xml" Id="Rd89d4c2e614c4057" /><Relationship Type="http://schemas.openxmlformats.org/officeDocument/2006/relationships/notesSlide" Target="/ppt/notesSlides/notesSlide4.xml" Id="R2e543778e24d4a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177cc417e042ad" /><Relationship Type="http://schemas.openxmlformats.org/officeDocument/2006/relationships/notesSlide" Target="/ppt/notesSlides/notesSlide5.xml" Id="R0be7c0d478604c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dd948f5ac24478" /><Relationship Type="http://schemas.openxmlformats.org/officeDocument/2006/relationships/notesSlide" Target="/ppt/notesSlides/notesSlide6.xml" Id="R8a5a593126f04f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d93917b9dd4ab9" /><Relationship Type="http://schemas.openxmlformats.org/officeDocument/2006/relationships/notesSlide" Target="/ppt/notesSlides/notesSlide7.xml" Id="R745f48c2ca2541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19bc1e22a04e30" /><Relationship Type="http://schemas.openxmlformats.org/officeDocument/2006/relationships/notesSlide" Target="/ppt/notesSlides/notesSlide8.xml" Id="Rc3c38b2731eb4e5e" /></Relationships>
</file>

<file path=ppt/slides/charts/chart1.xml><?xml version="1.0" encoding="utf-8"?>
<c:chartSpace xmlns:c="http://schemas.openxmlformats.org/drawingml/2006/chart">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Lit>
              <c:ptCount val="3"/>
              <c:pt idx="0">
                <c:v>4B</c:v>
              </c:pt>
              <c:pt idx="1">
                <c:v>8B</c:v>
              </c:pt>
              <c:pt idx="2">
                <c:v>14B</c:v>
              </c:pt>
            </c:strLit>
          </c:cat>
          <c:val>
            <c:numLit>
              <c:formatCode>General</c:formatCode>
              <c:ptCount val="3"/>
              <c:pt idx="0">
                <c:v>9.13</c:v>
              </c:pt>
              <c:pt idx="1">
                <c:v>6.1</c:v>
              </c:pt>
              <c:pt idx="2">
                <c:v>3.33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Lit>
              <c:ptCount val="2"/>
              <c:pt idx="0">
                <c:v>환각</c:v>
              </c:pt>
              <c:pt idx="1">
                <c:v>되묻기</c:v>
              </c:pt>
            </c:strLit>
          </c:cat>
          <c:val>
            <c:numLit>
              <c:formatCode>General</c:formatCode>
              <c:ptCount val="2"/>
              <c:pt idx="0">
                <c:v>20.44</c:v>
              </c:pt>
              <c:pt idx="1">
                <c:v>14</c:v>
              </c:pt>
            </c:numLit>
          </c:val>
        </c:ser>
        <c:ser>
          <c:idx val="1"/>
          <c:order val="1"/>
          <c:tx>
            <c:v>개선 프롬프트</c:v>
          </c:tx>
          <c:spPr>
            <a:solidFill xmlns:a="http://schemas.openxmlformats.org/drawingml/2006/main">
              <a:srgbClr val="F72585"/>
            </a:solidFill>
          </c:spPr>
          <c:invertIfNegative val="0"/>
          <c:cat>
            <c:strLit>
              <c:ptCount val="2"/>
              <c:pt idx="0">
                <c:v>환각</c:v>
              </c:pt>
              <c:pt idx="1">
                <c:v>되묻기</c:v>
              </c:pt>
            </c:strLit>
          </c:cat>
          <c:val>
            <c:numLit>
              <c:formatCode>General</c:formatCode>
              <c:ptCount val="2"/>
              <c:pt idx="0">
                <c:v>13.56</c:v>
              </c:pt>
              <c:pt idx="1">
                <c:v>0.11</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
            <a:extLst xmlns:a="http://schemas.openxmlformats.org/drawingml/2006/main">
              <a:ext uri="{FF2B5EF4-FFF2-40B4-BE49-F238E27FC236}">
                <a16:creationId xmlns:a16="http://schemas.microsoft.com/office/drawing/2014/main" id="{608A326C-AAF5-4C26-A24B-F58CF024D8F2}"/>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7CE94359-FA73-4A32-90C3-DF3C5B07C359}"/>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xmlns:a="http://schemas.openxmlformats.org/drawingml/2006/main">
              <a:ext uri="{FF2B5EF4-FFF2-40B4-BE49-F238E27FC236}">
                <a16:creationId xmlns:a16="http://schemas.microsoft.com/office/drawing/2014/main" id="{D179A3C0-B4AE-46C8-BFB6-936B3E224493}"/>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xmlns:a="http://schemas.openxmlformats.org/drawingml/2006/main">
              <a:ext uri="{FF2B5EF4-FFF2-40B4-BE49-F238E27FC236}">
                <a16:creationId xmlns:a16="http://schemas.microsoft.com/office/drawing/2014/main" id="{75611D4C-DA0F-463E-BF74-050B17E1A86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97C1A58F-AA57-4FE7-B012-54BBC0F0AAAB}"/>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D84DFC30-238B-4D8B-8E6F-72CBF09680FD}"/>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169C683A-8FDA-4C17-940A-C36B3D4A4244}"/>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143125"/>
                <a:gridCol w="1143000"/>
                <a:gridCol w="1143000"/>
                <a:gridCol w="2809875"/>
              </a:tblGrid>
              <a:tr h="323850">
                <a:tc>
                  <a:txBody>
                    <a:bodyPr>
                      <a:noAutofit/>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답 없는 질문에 취약</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47.6초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품질·지연 모두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대상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모델 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28.5초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이후 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4B 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1차 MVP·서빙 부담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9B1304B2-1A23-4B11-860A-17A8C3DA9FD6}"/>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A2C5C143-6CAE-42B4-8A70-5907710F1CF5}"/>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
            <a:extLst xmlns:a="http://schemas.openxmlformats.org/drawingml/2006/main">
              <a:ext uri="{FF2B5EF4-FFF2-40B4-BE49-F238E27FC236}">
                <a16:creationId xmlns:a16="http://schemas.microsoft.com/office/drawing/2014/main" id="{C697B893-236D-4F3C-95F2-6487DE86CE26}"/>
              </a:ext>
            </a:extLst>
          </p:cNvPr>
          <p:cNvGraphicFramePr/>
          <p:nvPr/>
        </p:nvGraphicFramePr>
        <p:xfrm>
          <a:off xmlns:a="http://schemas.openxmlformats.org/drawingml/2006/main" x="8248650" y="2514600"/>
          <a:ext xmlns:a="http://schemas.openxmlformats.org/drawingml/2006/main" cx="4857750" cy="1066800"/>
        </p:xfrm>
        <a:graphic xmlns:a="http://schemas.openxmlformats.org/drawingml/2006/main">
          <a:graphicData uri="http://schemas.openxmlformats.org/drawingml/2006/table">
            <a:tbl>
              <a:tblPr/>
              <a:tblGrid>
                <a:gridCol w="2381250"/>
                <a:gridCol w="1238250"/>
                <a:gridCol w="1238250"/>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1" name="own-text-9">
            <a:extLst xmlns:a="http://schemas.openxmlformats.org/drawingml/2006/main">
              <a:ext uri="{FF2B5EF4-FFF2-40B4-BE49-F238E27FC236}">
                <a16:creationId xmlns:a16="http://schemas.microsoft.com/office/drawing/2014/main" id="{9C0757C7-655F-4339-B525-D1D0A071B539}"/>
              </a:ext>
            </a:extLst>
          </p:cNvPr>
          <p:cNvSpPr>
            <a:spLocks xmlns:a="http://schemas.openxmlformats.org/drawingml/2006/main" noGrp="1"/>
          </p:cNvSpPr>
          <p:nvPr/>
        </p:nvSpPr>
        <p:spPr>
          <a:xfrm xmlns:a="http://schemas.openxmlformats.org/drawingml/2006/main">
            <a:off x="8248650" y="3781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xmlns:a="http://schemas.openxmlformats.org/drawingml/2006/main">
              <a:ext uri="{FF2B5EF4-FFF2-40B4-BE49-F238E27FC236}">
                <a16:creationId xmlns:a16="http://schemas.microsoft.com/office/drawing/2014/main" id="{054B45F1-53C2-4083-9B97-0FD76F550B3D}"/>
              </a:ext>
            </a:extLst>
          </p:cNvPr>
          <p:cNvSpPr>
            <a:spLocks xmlns:a="http://schemas.openxmlformats.org/drawingml/2006/main" noGrp="1"/>
          </p:cNvSpPr>
          <p:nvPr/>
        </p:nvSpPr>
        <p:spPr>
          <a:xfrm xmlns:a="http://schemas.openxmlformats.org/drawingml/2006/main">
            <a:off x="8248650" y="42386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xmlns:a="http://schemas.openxmlformats.org/drawingml/2006/main">
              <a:ext uri="{FF2B5EF4-FFF2-40B4-BE49-F238E27FC236}">
                <a16:creationId xmlns:a16="http://schemas.microsoft.com/office/drawing/2014/main" id="{CE30DB31-07C1-458F-9EFF-DDD0D6C9FCAA}"/>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xmlns:a="http://schemas.openxmlformats.org/drawingml/2006/main">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xmlns:a="http://schemas.openxmlformats.org/drawingml/2006/main">
              <a:ext uri="{FF2B5EF4-FFF2-40B4-BE49-F238E27FC236}">
                <a16:creationId xmlns:a16="http://schemas.microsoft.com/office/drawing/2014/main" id="{7AA59CA2-1E4E-4F6D-9EC8-B5E90ADB04DB}"/>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334a79df351a4d30"/>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2">
            <a:extLst xmlns:a="http://schemas.openxmlformats.org/drawingml/2006/main">
              <a:ext uri="{FF2B5EF4-FFF2-40B4-BE49-F238E27FC236}">
                <a16:creationId xmlns:a16="http://schemas.microsoft.com/office/drawing/2014/main" id="{E83E74C0-27E2-4C94-9DA6-B914D56DB79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xmlns:a="http://schemas.openxmlformats.org/drawingml/2006/main">
              <a:ext uri="{FF2B5EF4-FFF2-40B4-BE49-F238E27FC236}">
                <a16:creationId xmlns:a16="http://schemas.microsoft.com/office/drawing/2014/main" id="{3E015952-9074-415B-BD97-9C7B07AB69F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xmlns:a="http://schemas.openxmlformats.org/drawingml/2006/main">
              <a:ext uri="{FF2B5EF4-FFF2-40B4-BE49-F238E27FC236}">
                <a16:creationId xmlns:a16="http://schemas.microsoft.com/office/drawing/2014/main" id="{35F004AF-E4C7-42A1-A041-236E98F13CB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xmlns:a="http://schemas.openxmlformats.org/drawingml/2006/main">
              <a:ext uri="{FF2B5EF4-FFF2-40B4-BE49-F238E27FC236}">
                <a16:creationId xmlns:a16="http://schemas.microsoft.com/office/drawing/2014/main" id="{27289552-C2FF-4304-85BE-3C67162283B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xmlns:a="http://schemas.openxmlformats.org/drawingml/2006/main">
              <a:ext uri="{FF2B5EF4-FFF2-40B4-BE49-F238E27FC236}">
                <a16:creationId xmlns:a16="http://schemas.microsoft.com/office/drawing/2014/main" id="{4A061B2E-B11A-4EB8-A776-0D632ED7B9D3}"/>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7">
            <a:extLst xmlns:a="http://schemas.openxmlformats.org/drawingml/2006/main">
              <a:ext uri="{FF2B5EF4-FFF2-40B4-BE49-F238E27FC236}">
                <a16:creationId xmlns:a16="http://schemas.microsoft.com/office/drawing/2014/main" id="{81C4EB39-FF17-4C85-9FAA-D4B4B2099F0C}"/>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9D54864D-BCEB-49EF-ACB8-EC87E2B088FF}"/>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8">
            <a:extLst xmlns:a="http://schemas.openxmlformats.org/drawingml/2006/main">
              <a:ext uri="{FF2B5EF4-FFF2-40B4-BE49-F238E27FC236}">
                <a16:creationId xmlns:a16="http://schemas.microsoft.com/office/drawing/2014/main" id="{788840E0-DAEE-407B-A4CD-AF9E7B075E01}"/>
              </a:ext>
            </a:extLst>
          </p:cNvPr>
          <p:cNvSpPr>
            <a:spLocks xmlns:a="http://schemas.openxmlformats.org/drawingml/2006/main" noGrp="1"/>
          </p:cNvSpPr>
          <p:nvPr/>
        </p:nvSpPr>
        <p:spPr>
          <a:xfrm xmlns:a="http://schemas.openxmlformats.org/drawingml/2006/main">
            <a:off x="9086850" y="2095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xmlns:a="http://schemas.openxmlformats.org/drawingml/2006/main">
              <a:ext uri="{FF2B5EF4-FFF2-40B4-BE49-F238E27FC236}">
                <a16:creationId xmlns:a16="http://schemas.microsoft.com/office/drawing/2014/main" id="{45863B97-5E7D-4378-8B17-36968E9E304D}"/>
              </a:ext>
            </a:extLst>
          </p:cNvPr>
          <p:cNvSpPr>
            <a:spLocks xmlns:a="http://schemas.openxmlformats.org/drawingml/2006/main" noGrp="1"/>
          </p:cNvSpPr>
          <p:nvPr/>
        </p:nvSpPr>
        <p:spPr>
          <a:xfrm xmlns:a="http://schemas.openxmlformats.org/drawingml/2006/main">
            <a:off x="9086850" y="26289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xmlns:a="http://schemas.openxmlformats.org/drawingml/2006/main">
              <a:ext uri="{FF2B5EF4-FFF2-40B4-BE49-F238E27FC236}">
                <a16:creationId xmlns:a16="http://schemas.microsoft.com/office/drawing/2014/main" id="{BF1E3D28-848B-4AF6-B0F3-C1EAB9E5CE1E}"/>
              </a:ext>
            </a:extLst>
          </p:cNvPr>
          <p:cNvSpPr>
            <a:spLocks xmlns:a="http://schemas.openxmlformats.org/drawingml/2006/main" noGrp="1"/>
          </p:cNvSpPr>
          <p:nvPr/>
        </p:nvSpPr>
        <p:spPr>
          <a:xfrm xmlns:a="http://schemas.openxmlformats.org/drawingml/2006/main">
            <a:off x="9086850" y="347662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xmlns:a="http://schemas.openxmlformats.org/drawingml/2006/main">
              <a:ext uri="{FF2B5EF4-FFF2-40B4-BE49-F238E27FC236}">
                <a16:creationId xmlns:a16="http://schemas.microsoft.com/office/drawing/2014/main" id="{E9468F7A-E094-440B-886C-E5B48CE509C9}"/>
              </a:ext>
            </a:extLst>
          </p:cNvPr>
          <p:cNvSpPr>
            <a:spLocks xmlns:a="http://schemas.openxmlformats.org/drawingml/2006/main" noGrp="1"/>
          </p:cNvSpPr>
          <p:nvPr/>
        </p:nvSpPr>
        <p:spPr>
          <a:xfrm xmlns:a="http://schemas.openxmlformats.org/drawingml/2006/main">
            <a:off x="908685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xmlns:a="http://schemas.openxmlformats.org/drawingml/2006/main">
              <a:ext uri="{FF2B5EF4-FFF2-40B4-BE49-F238E27FC236}">
                <a16:creationId xmlns:a16="http://schemas.microsoft.com/office/drawing/2014/main" id="{BA174B9D-52EE-4434-9D41-57CD9809D297}"/>
              </a:ext>
            </a:extLst>
          </p:cNvPr>
          <p:cNvSpPr>
            <a:spLocks xmlns:a="http://schemas.openxmlformats.org/drawingml/2006/main" noGrp="1"/>
          </p:cNvSpPr>
          <p:nvPr/>
        </p:nvSpPr>
        <p:spPr>
          <a:xfrm xmlns:a="http://schemas.openxmlformats.org/drawingml/2006/main">
            <a:off x="9086850" y="48291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xmlns:a="http://schemas.openxmlformats.org/drawingml/2006/main">
              <a:ext uri="{FF2B5EF4-FFF2-40B4-BE49-F238E27FC236}">
                <a16:creationId xmlns:a16="http://schemas.microsoft.com/office/drawing/2014/main" id="{53847936-9EEA-4108-956C-0406BC306CF4}"/>
              </a:ext>
            </a:extLst>
          </p:cNvPr>
          <p:cNvSpPr>
            <a:spLocks xmlns:a="http://schemas.openxmlformats.org/drawingml/2006/main" noGrp="1"/>
          </p:cNvSpPr>
          <p:nvPr/>
        </p:nvSpPr>
        <p:spPr>
          <a:xfrm xmlns:a="http://schemas.openxmlformats.org/drawingml/2006/main">
            <a:off x="9086850" y="5581650"/>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xmlns:a="http://schemas.openxmlformats.org/drawingml/2006/main">
              <a:ext uri="{FF2B5EF4-FFF2-40B4-BE49-F238E27FC236}">
                <a16:creationId xmlns:a16="http://schemas.microsoft.com/office/drawing/2014/main" id="{3525FBBB-FE59-47E7-BF6B-964167CDF87B}"/>
              </a:ext>
            </a:extLst>
          </p:cNvPr>
          <p:cNvSpPr>
            <a:spLocks xmlns:a="http://schemas.openxmlformats.org/drawingml/2006/main" noGrp="1"/>
          </p:cNvSpPr>
          <p:nvPr/>
        </p:nvSpPr>
        <p:spPr>
          <a:xfrm xmlns:a="http://schemas.openxmlformats.org/drawingml/2006/main">
            <a:off x="9086850" y="6248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xmlns:a="http://schemas.openxmlformats.org/drawingml/2006/main">
              <a:ext uri="{FF2B5EF4-FFF2-40B4-BE49-F238E27FC236}">
                <a16:creationId xmlns:a16="http://schemas.microsoft.com/office/drawing/2014/main" id="{CE59EB09-CD9E-4B3C-B3DA-C435D901E918}"/>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682452019"/>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26">
            <a:extLst xmlns:a="http://schemas.openxmlformats.org/drawingml/2006/main">
              <a:ext uri="{FF2B5EF4-FFF2-40B4-BE49-F238E27FC236}">
                <a16:creationId xmlns:a16="http://schemas.microsoft.com/office/drawing/2014/main" id="{F207934A-D232-4585-92FE-75A2A50AF41A}"/>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xmlns:a="http://schemas.openxmlformats.org/drawingml/2006/main">
              <a:ext uri="{FF2B5EF4-FFF2-40B4-BE49-F238E27FC236}">
                <a16:creationId xmlns:a16="http://schemas.microsoft.com/office/drawing/2014/main" id="{D54A9783-D572-467A-AF00-8D94F0D5C7E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xmlns:a="http://schemas.openxmlformats.org/drawingml/2006/main">
              <a:ext uri="{FF2B5EF4-FFF2-40B4-BE49-F238E27FC236}">
                <a16:creationId xmlns:a16="http://schemas.microsoft.com/office/drawing/2014/main" id="{CE591D38-33DD-4477-8E5C-E3E2718B6D7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xmlns:a="http://schemas.openxmlformats.org/drawingml/2006/main">
              <a:ext uri="{FF2B5EF4-FFF2-40B4-BE49-F238E27FC236}">
                <a16:creationId xmlns:a16="http://schemas.microsoft.com/office/drawing/2014/main" id="{1B8F6CAF-45CE-40F9-8248-976148047EB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xmlns:a="http://schemas.openxmlformats.org/drawingml/2006/main">
              <a:ext uri="{FF2B5EF4-FFF2-40B4-BE49-F238E27FC236}">
                <a16:creationId xmlns:a16="http://schemas.microsoft.com/office/drawing/2014/main" id="{B4B45735-69CC-4798-94BD-FC683BA9C9DA}"/>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1">
            <a:extLst xmlns:a="http://schemas.openxmlformats.org/drawingml/2006/main">
              <a:ext uri="{FF2B5EF4-FFF2-40B4-BE49-F238E27FC236}">
                <a16:creationId xmlns:a16="http://schemas.microsoft.com/office/drawing/2014/main" id="{28A80B57-283D-44C3-BA09-BA862076E7F5}"/>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
            <a:extLst xmlns:a="http://schemas.openxmlformats.org/drawingml/2006/main">
              <a:ext uri="{FF2B5EF4-FFF2-40B4-BE49-F238E27FC236}">
                <a16:creationId xmlns:a16="http://schemas.microsoft.com/office/drawing/2014/main" id="{CE5D85E8-4E5A-4AFE-B871-F560ED6CFC3B}"/>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32">
            <a:extLst xmlns:a="http://schemas.openxmlformats.org/drawingml/2006/main">
              <a:ext uri="{FF2B5EF4-FFF2-40B4-BE49-F238E27FC236}">
                <a16:creationId xmlns:a16="http://schemas.microsoft.com/office/drawing/2014/main" id="{69BE57FB-C277-4F32-AC10-5F9F43D34148}"/>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xmlns:a="http://schemas.openxmlformats.org/drawingml/2006/main">
              <a:ext uri="{FF2B5EF4-FFF2-40B4-BE49-F238E27FC236}">
                <a16:creationId xmlns:a16="http://schemas.microsoft.com/office/drawing/2014/main" id="{1CBFFCE4-1AE8-45F6-B5C0-1A5BDEC92711}"/>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xmlns:a="http://schemas.openxmlformats.org/drawingml/2006/main">
              <a:ext uri="{FF2B5EF4-FFF2-40B4-BE49-F238E27FC236}">
                <a16:creationId xmlns:a16="http://schemas.microsoft.com/office/drawing/2014/main" id="{0747B631-3D8F-4884-BCF1-83EE78737272}"/>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xmlns:a="http://schemas.openxmlformats.org/drawingml/2006/main">
              <a:ext uri="{FF2B5EF4-FFF2-40B4-BE49-F238E27FC236}">
                <a16:creationId xmlns:a16="http://schemas.microsoft.com/office/drawing/2014/main" id="{B4030F30-2FA6-40C0-846B-3240090334A2}"/>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xmlns:a="http://schemas.openxmlformats.org/drawingml/2006/main">
              <a:ext uri="{FF2B5EF4-FFF2-40B4-BE49-F238E27FC236}">
                <a16:creationId xmlns:a16="http://schemas.microsoft.com/office/drawing/2014/main" id="{168EA29D-2315-4C53-BEE4-8E507DF88AD2}"/>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xmlns:a="http://schemas.openxmlformats.org/drawingml/2006/main">
              <a:ext uri="{FF2B5EF4-FFF2-40B4-BE49-F238E27FC236}">
                <a16:creationId xmlns:a16="http://schemas.microsoft.com/office/drawing/2014/main" id="{108C4A8D-4648-47AD-8BAF-7C2DDB80D3FF}"/>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38">
            <a:extLst xmlns:a="http://schemas.openxmlformats.org/drawingml/2006/main">
              <a:ext uri="{FF2B5EF4-FFF2-40B4-BE49-F238E27FC236}">
                <a16:creationId xmlns:a16="http://schemas.microsoft.com/office/drawing/2014/main" id="{4318DED0-1C0D-45A9-9FF1-2191559EF04D}"/>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xmlns:a="http://schemas.openxmlformats.org/drawingml/2006/main">
              <a:ext uri="{FF2B5EF4-FFF2-40B4-BE49-F238E27FC236}">
                <a16:creationId xmlns:a16="http://schemas.microsoft.com/office/drawing/2014/main" id="{38254FA8-E5B6-4C30-B364-C50B4CBB7406}"/>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1317400798"/>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40">
            <a:extLst xmlns:a="http://schemas.openxmlformats.org/drawingml/2006/main">
              <a:ext uri="{FF2B5EF4-FFF2-40B4-BE49-F238E27FC236}">
                <a16:creationId xmlns:a16="http://schemas.microsoft.com/office/drawing/2014/main" id="{DD2E1D71-320D-4DC8-8049-C2AA1E616F89}"/>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xmlns:a="http://schemas.openxmlformats.org/drawingml/2006/main">
              <a:ext uri="{FF2B5EF4-FFF2-40B4-BE49-F238E27FC236}">
                <a16:creationId xmlns:a16="http://schemas.microsoft.com/office/drawing/2014/main" id="{BA6DD4C0-A82A-4503-8AF9-F8800FC0405B}"/>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xmlns:a="http://schemas.openxmlformats.org/drawingml/2006/main">
              <a:ext uri="{FF2B5EF4-FFF2-40B4-BE49-F238E27FC236}">
                <a16:creationId xmlns:a16="http://schemas.microsoft.com/office/drawing/2014/main" id="{859D7F73-BF54-4086-87D1-F2A8922AC007}"/>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xmlns:a="http://schemas.openxmlformats.org/drawingml/2006/main">
              <a:ext uri="{FF2B5EF4-FFF2-40B4-BE49-F238E27FC236}">
                <a16:creationId xmlns:a16="http://schemas.microsoft.com/office/drawing/2014/main" id="{762F2923-999B-4161-BBAF-2CC0C0B8319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xmlns:a="http://schemas.openxmlformats.org/drawingml/2006/main">
              <a:ext uri="{FF2B5EF4-FFF2-40B4-BE49-F238E27FC236}">
                <a16:creationId xmlns:a16="http://schemas.microsoft.com/office/drawing/2014/main" id="{38BD8416-525D-4979-900B-FD19F46B3151}"/>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5">
            <a:extLst xmlns:a="http://schemas.openxmlformats.org/drawingml/2006/main">
              <a:ext uri="{FF2B5EF4-FFF2-40B4-BE49-F238E27FC236}">
                <a16:creationId xmlns:a16="http://schemas.microsoft.com/office/drawing/2014/main" id="{946715BA-8B58-49F5-B548-9313409BF8EB}"/>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xmlns:a="http://schemas.openxmlformats.org/drawingml/2006/main">
              <a:ext uri="{FF2B5EF4-FFF2-40B4-BE49-F238E27FC236}">
                <a16:creationId xmlns:a16="http://schemas.microsoft.com/office/drawing/2014/main" id="{BED5841F-7F8F-4730-B29B-462F4AE0D78D}"/>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449E3631-BE5D-4CF6-80B3-FC6A959B5445}"/>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d89d4c2e614c4057"/>
          </a:graphicData>
        </a:graphic>
      </p:graphicFrame>
      <p:graphicFrame>
        <p:nvGraphicFramePr>
          <p:cNvPr id="9" name="">
            <a:extLst xmlns:a="http://schemas.openxmlformats.org/drawingml/2006/main">
              <a:ext uri="{FF2B5EF4-FFF2-40B4-BE49-F238E27FC236}">
                <a16:creationId xmlns:a16="http://schemas.microsoft.com/office/drawing/2014/main" id="{46330785-99AD-48B7-8C7F-19E29D8AF0EF}"/>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7">
            <a:extLst xmlns:a="http://schemas.openxmlformats.org/drawingml/2006/main">
              <a:ext uri="{FF2B5EF4-FFF2-40B4-BE49-F238E27FC236}">
                <a16:creationId xmlns:a16="http://schemas.microsoft.com/office/drawing/2014/main" id="{6377E4A5-799A-47B1-9894-A6326D5050D7}"/>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xmlns:a="http://schemas.openxmlformats.org/drawingml/2006/main">
              <a:ext uri="{FF2B5EF4-FFF2-40B4-BE49-F238E27FC236}">
                <a16:creationId xmlns:a16="http://schemas.microsoft.com/office/drawing/2014/main" id="{7697A4D0-4FAF-439E-8000-911201F84AA9}"/>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708980480"/>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2AD6C91-CB7E-4676-9904-A3ED4431A910}"/>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92BD1F10-9968-4F02-91D9-D0848E6C1C37}"/>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CC4149A-83F8-4705-B2CB-A6867CD8B104}"/>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52A152E7-F2CE-4869-8661-F09AFA407F30}"/>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45324D56-0D70-47F4-952E-30ADA259905C}"/>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18E8A91-D773-4DD5-9481-4B9369AF867A}"/>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3816C1F-F99D-4C4A-AD19-AA29CC20808C}"/>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BE984D3B-49F1-4B80-B6C1-B428FEF77071}"/>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BA9556EB-2E9E-42E1-AFB6-5DD79B5B85B6}"/>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9">
            <a:extLst xmlns:a="http://schemas.openxmlformats.org/drawingml/2006/main">
              <a:ext uri="{FF2B5EF4-FFF2-40B4-BE49-F238E27FC236}">
                <a16:creationId xmlns:a16="http://schemas.microsoft.com/office/drawing/2014/main" id="{0F6A4D8E-41EC-4C11-A930-3E4DA9A231A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xmlns:a="http://schemas.openxmlformats.org/drawingml/2006/main">
              <a:ext uri="{FF2B5EF4-FFF2-40B4-BE49-F238E27FC236}">
                <a16:creationId xmlns:a16="http://schemas.microsoft.com/office/drawing/2014/main" id="{8ED30959-545A-46AD-88AD-A00CC7F5102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xmlns:a="http://schemas.openxmlformats.org/drawingml/2006/main">
              <a:ext uri="{FF2B5EF4-FFF2-40B4-BE49-F238E27FC236}">
                <a16:creationId xmlns:a16="http://schemas.microsoft.com/office/drawing/2014/main" id="{9E070083-267E-4118-A847-46A0A781265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xmlns:a="http://schemas.openxmlformats.org/drawingml/2006/main">
              <a:ext uri="{FF2B5EF4-FFF2-40B4-BE49-F238E27FC236}">
                <a16:creationId xmlns:a16="http://schemas.microsoft.com/office/drawing/2014/main" id="{D83284FF-74F3-4D21-86DF-C44088214959}"/>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xmlns:a="http://schemas.openxmlformats.org/drawingml/2006/main">
              <a:ext uri="{FF2B5EF4-FFF2-40B4-BE49-F238E27FC236}">
                <a16:creationId xmlns:a16="http://schemas.microsoft.com/office/drawing/2014/main" id="{B1DCDD0B-248B-4725-8059-A8198CFBE98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4">
            <a:extLst xmlns:a="http://schemas.openxmlformats.org/drawingml/2006/main">
              <a:ext uri="{FF2B5EF4-FFF2-40B4-BE49-F238E27FC236}">
                <a16:creationId xmlns:a16="http://schemas.microsoft.com/office/drawing/2014/main" id="{2174210C-A275-459B-A1A8-ACA08004050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xmlns:a="http://schemas.openxmlformats.org/drawingml/2006/main">
              <a:ext uri="{FF2B5EF4-FFF2-40B4-BE49-F238E27FC236}">
                <a16:creationId xmlns:a16="http://schemas.microsoft.com/office/drawing/2014/main" id="{3BDE3A0A-3913-4D49-A0FA-88C9A3B764DC}"/>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xmlns:a="http://schemas.openxmlformats.org/drawingml/2006/main">
              <a:ext uri="{FF2B5EF4-FFF2-40B4-BE49-F238E27FC236}">
                <a16:creationId xmlns:a16="http://schemas.microsoft.com/office/drawing/2014/main" id="{A5A512B2-7A4B-43B3-8707-C9178DF6BED6}"/>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xmlns:a="http://schemas.openxmlformats.org/drawingml/2006/main">
              <a:ext uri="{FF2B5EF4-FFF2-40B4-BE49-F238E27FC236}">
                <a16:creationId xmlns:a16="http://schemas.microsoft.com/office/drawing/2014/main" id="{D9E8E498-CBFB-46E2-A3F5-77FF7B08981C}"/>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xmlns:a="http://schemas.openxmlformats.org/drawingml/2006/main">
              <a:ext uri="{FF2B5EF4-FFF2-40B4-BE49-F238E27FC236}">
                <a16:creationId xmlns:a16="http://schemas.microsoft.com/office/drawing/2014/main" id="{3877CC67-5E58-4F20-A2DA-0FE732C96E30}"/>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xmlns:a="http://schemas.openxmlformats.org/drawingml/2006/main">
              <a:ext uri="{FF2B5EF4-FFF2-40B4-BE49-F238E27FC236}">
                <a16:creationId xmlns:a16="http://schemas.microsoft.com/office/drawing/2014/main" id="{122CFF9F-CFE6-412C-8331-6F6B5F420310}"/>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xmlns:a="http://schemas.openxmlformats.org/drawingml/2006/main">
              <a:ext uri="{FF2B5EF4-FFF2-40B4-BE49-F238E27FC236}">
                <a16:creationId xmlns:a16="http://schemas.microsoft.com/office/drawing/2014/main" id="{74FFE386-EBD6-4FDC-9F2F-74D0213BA64E}"/>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xmlns:a="http://schemas.openxmlformats.org/drawingml/2006/main">
              <a:ext uri="{FF2B5EF4-FFF2-40B4-BE49-F238E27FC236}">
                <a16:creationId xmlns:a16="http://schemas.microsoft.com/office/drawing/2014/main" id="{04D9DF65-277E-47AB-B793-BA38831D845F}"/>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xmlns:a="http://schemas.openxmlformats.org/drawingml/2006/main">
              <a:ext uri="{FF2B5EF4-FFF2-40B4-BE49-F238E27FC236}">
                <a16:creationId xmlns:a16="http://schemas.microsoft.com/office/drawing/2014/main" id="{C785E426-9524-42F1-9C66-739DD7F6309D}"/>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xmlns:a="http://schemas.openxmlformats.org/drawingml/2006/main">
              <a:ext uri="{FF2B5EF4-FFF2-40B4-BE49-F238E27FC236}">
                <a16:creationId xmlns:a16="http://schemas.microsoft.com/office/drawing/2014/main" id="{8ACF3A45-BEBA-4F2C-94EB-AF9A0EDF6855}"/>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xmlns:a="http://schemas.openxmlformats.org/drawingml/2006/main">
              <a:ext uri="{FF2B5EF4-FFF2-40B4-BE49-F238E27FC236}">
                <a16:creationId xmlns:a16="http://schemas.microsoft.com/office/drawing/2014/main" id="{393736F6-7E13-4923-B4F7-0EFCB42AC9C7}"/>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E0F363E2-FC79-4791-8419-FE05AEC6B755}"/>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3914775"/>
                <a:gridCol w="2847975"/>
                <a:gridCol w="2847975"/>
                <a:gridCol w="2847975"/>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초기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586196876"/>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DBBDF2D-D267-4018-8C3A-5AF874377EC7}"/>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5">
            <a:extLst xmlns:a="http://schemas.openxmlformats.org/drawingml/2006/main">
              <a:ext uri="{FF2B5EF4-FFF2-40B4-BE49-F238E27FC236}">
                <a16:creationId xmlns:a16="http://schemas.microsoft.com/office/drawing/2014/main" id="{1E632639-FA8F-4BB1-9326-4C7522C14E7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xmlns:a="http://schemas.openxmlformats.org/drawingml/2006/main">
              <a:ext uri="{FF2B5EF4-FFF2-40B4-BE49-F238E27FC236}">
                <a16:creationId xmlns:a16="http://schemas.microsoft.com/office/drawing/2014/main" id="{C09A05DF-667A-4B8F-939F-41B4CA6FC47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xmlns:a="http://schemas.openxmlformats.org/drawingml/2006/main">
              <a:ext uri="{FF2B5EF4-FFF2-40B4-BE49-F238E27FC236}">
                <a16:creationId xmlns:a16="http://schemas.microsoft.com/office/drawing/2014/main" id="{5BCDC380-B916-4EF2-A1FD-FCA89405017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xmlns:a="http://schemas.openxmlformats.org/drawingml/2006/main">
              <a:ext uri="{FF2B5EF4-FFF2-40B4-BE49-F238E27FC236}">
                <a16:creationId xmlns:a16="http://schemas.microsoft.com/office/drawing/2014/main" id="{8AF29F68-5C57-47B7-A773-BE511431869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xmlns:a="http://schemas.openxmlformats.org/drawingml/2006/main">
              <a:ext uri="{FF2B5EF4-FFF2-40B4-BE49-F238E27FC236}">
                <a16:creationId xmlns:a16="http://schemas.microsoft.com/office/drawing/2014/main" id="{06059DDA-079D-48C2-86E8-53F51A7F840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0">
            <a:extLst xmlns:a="http://schemas.openxmlformats.org/drawingml/2006/main">
              <a:ext uri="{FF2B5EF4-FFF2-40B4-BE49-F238E27FC236}">
                <a16:creationId xmlns:a16="http://schemas.microsoft.com/office/drawing/2014/main" id="{47049482-6DB6-4C0D-9E8C-CBD51B8012A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xmlns:a="http://schemas.openxmlformats.org/drawingml/2006/main">
              <a:ext uri="{FF2B5EF4-FFF2-40B4-BE49-F238E27FC236}">
                <a16:creationId xmlns:a16="http://schemas.microsoft.com/office/drawing/2014/main" id="{F218CFB4-C3DD-4036-A544-CCF3CEC09AE3}"/>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xmlns:a="http://schemas.openxmlformats.org/drawingml/2006/main">
              <a:ext uri="{FF2B5EF4-FFF2-40B4-BE49-F238E27FC236}">
                <a16:creationId xmlns:a16="http://schemas.microsoft.com/office/drawing/2014/main" id="{6833A135-CD58-4545-A78F-16A7B439E775}"/>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xmlns:a="http://schemas.openxmlformats.org/drawingml/2006/main">
              <a:ext uri="{FF2B5EF4-FFF2-40B4-BE49-F238E27FC236}">
                <a16:creationId xmlns:a16="http://schemas.microsoft.com/office/drawing/2014/main" id="{AF1AB3C5-5A8E-4841-A5DB-DCC9823A2D7E}"/>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xmlns:a="http://schemas.openxmlformats.org/drawingml/2006/main">
              <a:ext uri="{FF2B5EF4-FFF2-40B4-BE49-F238E27FC236}">
                <a16:creationId xmlns:a16="http://schemas.microsoft.com/office/drawing/2014/main" id="{CB1585BB-819E-42E2-80AF-4D8D1CD1D109}"/>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xmlns:a="http://schemas.openxmlformats.org/drawingml/2006/main">
              <a:ext uri="{FF2B5EF4-FFF2-40B4-BE49-F238E27FC236}">
                <a16:creationId xmlns:a16="http://schemas.microsoft.com/office/drawing/2014/main" id="{800F0211-A891-4A62-B16A-DE59E70D871F}"/>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xmlns:a="http://schemas.openxmlformats.org/drawingml/2006/main">
              <a:ext uri="{FF2B5EF4-FFF2-40B4-BE49-F238E27FC236}">
                <a16:creationId xmlns:a16="http://schemas.microsoft.com/office/drawing/2014/main" id="{5635518B-A915-401B-BDD3-959AE19BD18E}"/>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xmlns:a="http://schemas.openxmlformats.org/drawingml/2006/main">
              <a:ext uri="{FF2B5EF4-FFF2-40B4-BE49-F238E27FC236}">
                <a16:creationId xmlns:a16="http://schemas.microsoft.com/office/drawing/2014/main" id="{6E587FC7-EBCD-4D75-B22E-565059201FF8}"/>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xmlns:a="http://schemas.openxmlformats.org/drawingml/2006/main">
              <a:ext uri="{FF2B5EF4-FFF2-40B4-BE49-F238E27FC236}">
                <a16:creationId xmlns:a16="http://schemas.microsoft.com/office/drawing/2014/main" id="{20AF46B3-F19A-47EB-B5EF-F8D45C3091A2}"/>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A1B20640-347D-4B2B-A404-AB391C7F796A}"/>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9">
            <a:extLst xmlns:a="http://schemas.openxmlformats.org/drawingml/2006/main">
              <a:ext uri="{FF2B5EF4-FFF2-40B4-BE49-F238E27FC236}">
                <a16:creationId xmlns:a16="http://schemas.microsoft.com/office/drawing/2014/main" id="{7C4BB4BB-AE33-40DA-A137-A742623E0FBA}"/>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xmlns:a="http://schemas.openxmlformats.org/drawingml/2006/main">
              <a:ext uri="{FF2B5EF4-FFF2-40B4-BE49-F238E27FC236}">
                <a16:creationId xmlns:a16="http://schemas.microsoft.com/office/drawing/2014/main" id="{D90B6E42-59B6-4CDA-8016-D70263804B6F}"/>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563746730"/>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8C3FB44-B9B4-45EC-87BA-C3AED7F9CBC2}"/>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59255915-3E1F-4EBF-B4EF-2DDEABBB7552}"/>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81">
            <a:extLst xmlns:a="http://schemas.openxmlformats.org/drawingml/2006/main">
              <a:ext uri="{FF2B5EF4-FFF2-40B4-BE49-F238E27FC236}">
                <a16:creationId xmlns:a16="http://schemas.microsoft.com/office/drawing/2014/main" id="{08DDABBB-764D-4CB8-B7A0-BF63C4DC0A6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xmlns:a="http://schemas.openxmlformats.org/drawingml/2006/main">
              <a:ext uri="{FF2B5EF4-FFF2-40B4-BE49-F238E27FC236}">
                <a16:creationId xmlns:a16="http://schemas.microsoft.com/office/drawing/2014/main" id="{D8A55F34-A545-4991-9AED-49397DEB96C2}"/>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xmlns:a="http://schemas.openxmlformats.org/drawingml/2006/main">
              <a:ext uri="{FF2B5EF4-FFF2-40B4-BE49-F238E27FC236}">
                <a16:creationId xmlns:a16="http://schemas.microsoft.com/office/drawing/2014/main" id="{78E09490-39F4-451B-8798-CD82A87345A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xmlns:a="http://schemas.openxmlformats.org/drawingml/2006/main">
              <a:ext uri="{FF2B5EF4-FFF2-40B4-BE49-F238E27FC236}">
                <a16:creationId xmlns:a16="http://schemas.microsoft.com/office/drawing/2014/main" id="{F074DE43-8A94-4719-B8E6-532DEC8CDB5C}"/>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xmlns:a="http://schemas.openxmlformats.org/drawingml/2006/main">
              <a:ext uri="{FF2B5EF4-FFF2-40B4-BE49-F238E27FC236}">
                <a16:creationId xmlns:a16="http://schemas.microsoft.com/office/drawing/2014/main" id="{B0E38333-D6E1-4616-9713-DFED019C5BF6}"/>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6">
            <a:extLst xmlns:a="http://schemas.openxmlformats.org/drawingml/2006/main">
              <a:ext uri="{FF2B5EF4-FFF2-40B4-BE49-F238E27FC236}">
                <a16:creationId xmlns:a16="http://schemas.microsoft.com/office/drawing/2014/main" id="{D578A62E-2B79-454C-887C-86452800005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xmlns:a="http://schemas.openxmlformats.org/drawingml/2006/main">
              <a:ext uri="{FF2B5EF4-FFF2-40B4-BE49-F238E27FC236}">
                <a16:creationId xmlns:a16="http://schemas.microsoft.com/office/drawing/2014/main" id="{546E4C74-7494-4664-B3E1-74F078317EC4}"/>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xmlns:a="http://schemas.openxmlformats.org/drawingml/2006/main">
              <a:ext uri="{FF2B5EF4-FFF2-40B4-BE49-F238E27FC236}">
                <a16:creationId xmlns:a16="http://schemas.microsoft.com/office/drawing/2014/main" id="{4489A3E1-4D99-4375-A540-D9ED32C630D6}"/>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xmlns:a="http://schemas.openxmlformats.org/drawingml/2006/main">
              <a:ext uri="{FF2B5EF4-FFF2-40B4-BE49-F238E27FC236}">
                <a16:creationId xmlns:a16="http://schemas.microsoft.com/office/drawing/2014/main" id="{7D3FFF34-E485-417F-B036-05AE3BB247F0}"/>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2A1F26A5-55A0-4928-94A5-9700B38EAC37}"/>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90">
            <a:extLst xmlns:a="http://schemas.openxmlformats.org/drawingml/2006/main">
              <a:ext uri="{FF2B5EF4-FFF2-40B4-BE49-F238E27FC236}">
                <a16:creationId xmlns:a16="http://schemas.microsoft.com/office/drawing/2014/main" id="{08CC0092-AE96-41EF-B1D5-40C1AFA1E9AB}"/>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xmlns:a="http://schemas.openxmlformats.org/drawingml/2006/main">
              <a:ext uri="{FF2B5EF4-FFF2-40B4-BE49-F238E27FC236}">
                <a16:creationId xmlns:a16="http://schemas.microsoft.com/office/drawing/2014/main" id="{E6608F14-CA86-4F3A-B5A6-1D8D162E5731}"/>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751635502"/>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92">
            <a:extLst xmlns:a="http://schemas.openxmlformats.org/drawingml/2006/main">
              <a:ext uri="{FF2B5EF4-FFF2-40B4-BE49-F238E27FC236}">
                <a16:creationId xmlns:a16="http://schemas.microsoft.com/office/drawing/2014/main" id="{93402ECF-6FB9-440A-84BE-3B1129661EC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xmlns:a="http://schemas.openxmlformats.org/drawingml/2006/main">
              <a:ext uri="{FF2B5EF4-FFF2-40B4-BE49-F238E27FC236}">
                <a16:creationId xmlns:a16="http://schemas.microsoft.com/office/drawing/2014/main" id="{2AD863E8-1E15-43AD-8024-E95A7BD1107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xmlns:a="http://schemas.openxmlformats.org/drawingml/2006/main">
              <a:ext uri="{FF2B5EF4-FFF2-40B4-BE49-F238E27FC236}">
                <a16:creationId xmlns:a16="http://schemas.microsoft.com/office/drawing/2014/main" id="{21EF77B9-F996-46E2-B3F3-4CC845537B4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xmlns:a="http://schemas.openxmlformats.org/drawingml/2006/main">
              <a:ext uri="{FF2B5EF4-FFF2-40B4-BE49-F238E27FC236}">
                <a16:creationId xmlns:a16="http://schemas.microsoft.com/office/drawing/2014/main" id="{20080D78-8899-48AF-B36A-ECC6B76BD72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xmlns:a="http://schemas.openxmlformats.org/drawingml/2006/main">
              <a:ext uri="{FF2B5EF4-FFF2-40B4-BE49-F238E27FC236}">
                <a16:creationId xmlns:a16="http://schemas.microsoft.com/office/drawing/2014/main" id="{1E086749-4EA8-4B66-B2A2-71E85544C57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A8354190-356F-4104-9352-C5F7C96E9991}"/>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1907480712"/>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2026-10-26T00:54:22.6740000Z</dcterms:created>
  <dcterms:modified xsi:type="dcterms:W3CDTF">2026-10-26T00:54:22.6740000Z</dcterms:modified>
</coreProperties>
</file>